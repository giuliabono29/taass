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13"/>
  </p:notesMasterIdLst>
  <p:sldIdLst>
    <p:sldId id="256" r:id="rId2"/>
    <p:sldId id="258" r:id="rId3"/>
    <p:sldId id="260" r:id="rId4"/>
    <p:sldId id="272" r:id="rId5"/>
    <p:sldId id="271" r:id="rId6"/>
    <p:sldId id="262" r:id="rId7"/>
    <p:sldId id="270" r:id="rId8"/>
    <p:sldId id="264" r:id="rId9"/>
    <p:sldId id="263" r:id="rId10"/>
    <p:sldId id="266" r:id="rId11"/>
    <p:sldId id="267" r:id="rId12"/>
  </p:sldIdLst>
  <p:sldSz cx="9144000" cy="5143500" type="screen16x9"/>
  <p:notesSz cx="6858000" cy="9144000"/>
  <p:embeddedFontLst>
    <p:embeddedFont>
      <p:font typeface="Bebas Neue" panose="020F0502020204030204" pitchFamily="34" charset="0"/>
      <p:regular r:id="rId14"/>
    </p:embeddedFont>
    <p:embeddedFont>
      <p:font typeface="Karla" panose="020F0502020204030204" pitchFamily="2" charset="0"/>
      <p:regular r:id="rId15"/>
      <p:bold r:id="rId16"/>
      <p:italic r:id="rId17"/>
      <p:boldItalic r:id="rId18"/>
    </p:embeddedFont>
    <p:embeddedFont>
      <p:font typeface="Rubik Black" panose="020B0604020202020204" charset="-79"/>
      <p:bold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218" autoAdjust="0"/>
    <p:restoredTop sz="94660"/>
  </p:normalViewPr>
  <p:slideViewPr>
    <p:cSldViewPr snapToGrid="0">
      <p:cViewPr varScale="1">
        <p:scale>
          <a:sx n="138" d="100"/>
          <a:sy n="138" d="100"/>
        </p:scale>
        <p:origin x="97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14d2792e9da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4" name="Google Shape;404;g14d2792e9da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368fdce1195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9" name="Google Shape;499;g368fdce1195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g3aa37d3c137_1_4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8" name="Google Shape;558;g3aa37d3c137_1_4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6">
          <a:extLst>
            <a:ext uri="{FF2B5EF4-FFF2-40B4-BE49-F238E27FC236}">
              <a16:creationId xmlns:a16="http://schemas.microsoft.com/office/drawing/2014/main" id="{64804B11-1DEF-2EF7-EF9C-8A3080E4C4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g3aa37d3c137_1_434:notes">
            <a:extLst>
              <a:ext uri="{FF2B5EF4-FFF2-40B4-BE49-F238E27FC236}">
                <a16:creationId xmlns:a16="http://schemas.microsoft.com/office/drawing/2014/main" id="{53A5006D-C246-2AEB-405B-12E0A2E391D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8" name="Google Shape;558;g3aa37d3c137_1_434:notes">
            <a:extLst>
              <a:ext uri="{FF2B5EF4-FFF2-40B4-BE49-F238E27FC236}">
                <a16:creationId xmlns:a16="http://schemas.microsoft.com/office/drawing/2014/main" id="{902B2297-D1A3-022B-1DDA-AD643F97B46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926071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6">
          <a:extLst>
            <a:ext uri="{FF2B5EF4-FFF2-40B4-BE49-F238E27FC236}">
              <a16:creationId xmlns:a16="http://schemas.microsoft.com/office/drawing/2014/main" id="{551D73D1-02AA-BBCC-A4AA-FA41C2C25E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g3aa37d3c137_1_434:notes">
            <a:extLst>
              <a:ext uri="{FF2B5EF4-FFF2-40B4-BE49-F238E27FC236}">
                <a16:creationId xmlns:a16="http://schemas.microsoft.com/office/drawing/2014/main" id="{3AEED068-85B2-DB01-F399-452FCD15D8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8" name="Google Shape;558;g3aa37d3c137_1_434:notes">
            <a:extLst>
              <a:ext uri="{FF2B5EF4-FFF2-40B4-BE49-F238E27FC236}">
                <a16:creationId xmlns:a16="http://schemas.microsoft.com/office/drawing/2014/main" id="{5EAFD194-75D2-1409-C631-0C958AA779A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595662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g368fdce1195_1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1" name="Google Shape;621;g368fdce1195_1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9">
          <a:extLst>
            <a:ext uri="{FF2B5EF4-FFF2-40B4-BE49-F238E27FC236}">
              <a16:creationId xmlns:a16="http://schemas.microsoft.com/office/drawing/2014/main" id="{020BA910-E815-6A73-5EF2-79CD29C98F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g368fdce1195_1_21:notes">
            <a:extLst>
              <a:ext uri="{FF2B5EF4-FFF2-40B4-BE49-F238E27FC236}">
                <a16:creationId xmlns:a16="http://schemas.microsoft.com/office/drawing/2014/main" id="{F5C9EEBD-2A3E-D12E-1A96-EDC8502D6DE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1" name="Google Shape;621;g368fdce1195_1_21:notes">
            <a:extLst>
              <a:ext uri="{FF2B5EF4-FFF2-40B4-BE49-F238E27FC236}">
                <a16:creationId xmlns:a16="http://schemas.microsoft.com/office/drawing/2014/main" id="{21857A47-DAFD-FD01-06D6-2079F86D4C9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33652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g3aa37d3c137_1_6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2" name="Google Shape;672;g3aa37d3c137_1_6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g3aa37d3c137_1_5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5" name="Google Shape;645;g3aa37d3c137_1_5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g1125d80b419_0_2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4" name="Google Shape;734;g1125d80b419_0_2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g14e0c60b851_0_495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0" name="Google Shape;780;g14e0c60b851_0_495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hyperlink" Target="https://bit.ly/3A1uf1Q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hyperlink" Target="http://bit.ly/2TtBDfr" TargetMode="External"/><Relationship Id="rId4" Type="http://schemas.openxmlformats.org/officeDocument/2006/relationships/hyperlink" Target="http://bit.ly/2TyoMsr" TargetMode="Externa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91387" y="1031845"/>
            <a:ext cx="9326879" cy="41691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" name="Google Shape;10;p2"/>
          <p:cNvGrpSpPr/>
          <p:nvPr/>
        </p:nvGrpSpPr>
        <p:grpSpPr>
          <a:xfrm>
            <a:off x="274200" y="274200"/>
            <a:ext cx="8687100" cy="4686600"/>
            <a:chOff x="274200" y="274200"/>
            <a:chExt cx="8687100" cy="4686600"/>
          </a:xfrm>
        </p:grpSpPr>
        <p:sp>
          <p:nvSpPr>
            <p:cNvPr id="11" name="Google Shape;11;p2"/>
            <p:cNvSpPr/>
            <p:nvPr/>
          </p:nvSpPr>
          <p:spPr>
            <a:xfrm>
              <a:off x="365700" y="365700"/>
              <a:ext cx="8595600" cy="45951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2" name="Google Shape;12;p2"/>
            <p:cNvGrpSpPr/>
            <p:nvPr/>
          </p:nvGrpSpPr>
          <p:grpSpPr>
            <a:xfrm>
              <a:off x="274200" y="274200"/>
              <a:ext cx="8595900" cy="4595100"/>
              <a:chOff x="274200" y="274200"/>
              <a:chExt cx="8595900" cy="4595100"/>
            </a:xfrm>
          </p:grpSpPr>
          <p:grpSp>
            <p:nvGrpSpPr>
              <p:cNvPr id="13" name="Google Shape;13;p2"/>
              <p:cNvGrpSpPr/>
              <p:nvPr/>
            </p:nvGrpSpPr>
            <p:grpSpPr>
              <a:xfrm>
                <a:off x="274200" y="274200"/>
                <a:ext cx="8595900" cy="4595100"/>
                <a:chOff x="274200" y="274200"/>
                <a:chExt cx="8595900" cy="4595100"/>
              </a:xfrm>
            </p:grpSpPr>
            <p:sp>
              <p:nvSpPr>
                <p:cNvPr id="14" name="Google Shape;14;p2"/>
                <p:cNvSpPr/>
                <p:nvPr/>
              </p:nvSpPr>
              <p:spPr>
                <a:xfrm>
                  <a:off x="274200" y="274200"/>
                  <a:ext cx="8595600" cy="4595100"/>
                </a:xfrm>
                <a:prstGeom prst="roundRect">
                  <a:avLst>
                    <a:gd name="adj" fmla="val 0"/>
                  </a:avLst>
                </a:prstGeom>
                <a:solidFill>
                  <a:schemeClr val="lt1"/>
                </a:solidFill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15" name="Google Shape;15;p2"/>
                <p:cNvCxnSpPr/>
                <p:nvPr/>
              </p:nvCxnSpPr>
              <p:spPr>
                <a:xfrm>
                  <a:off x="274200" y="639909"/>
                  <a:ext cx="8595900" cy="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16" name="Google Shape;16;p2"/>
              <p:cNvGrpSpPr/>
              <p:nvPr/>
            </p:nvGrpSpPr>
            <p:grpSpPr>
              <a:xfrm>
                <a:off x="8595300" y="365550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17" name="Google Shape;17;p2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" name="Google Shape;18;p2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19" name="Google Shape;19;p2"/>
              <p:cNvSpPr/>
              <p:nvPr/>
            </p:nvSpPr>
            <p:spPr>
              <a:xfrm>
                <a:off x="8275200" y="365550"/>
                <a:ext cx="183000" cy="183000"/>
              </a:xfrm>
              <a:prstGeom prst="rect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20" name="Google Shape;20;p2"/>
              <p:cNvCxnSpPr/>
              <p:nvPr/>
            </p:nvCxnSpPr>
            <p:spPr>
              <a:xfrm>
                <a:off x="7925099" y="548550"/>
                <a:ext cx="2130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21" name="Google Shape;21;p2"/>
          <p:cNvGrpSpPr/>
          <p:nvPr/>
        </p:nvGrpSpPr>
        <p:grpSpPr>
          <a:xfrm>
            <a:off x="914400" y="535100"/>
            <a:ext cx="7406700" cy="4164575"/>
            <a:chOff x="914400" y="535100"/>
            <a:chExt cx="7406700" cy="4164575"/>
          </a:xfrm>
        </p:grpSpPr>
        <p:sp>
          <p:nvSpPr>
            <p:cNvPr id="22" name="Google Shape;22;p2"/>
            <p:cNvSpPr/>
            <p:nvPr/>
          </p:nvSpPr>
          <p:spPr>
            <a:xfrm>
              <a:off x="1005900" y="626275"/>
              <a:ext cx="7315200" cy="40734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3" name="Google Shape;23;p2"/>
            <p:cNvGrpSpPr/>
            <p:nvPr/>
          </p:nvGrpSpPr>
          <p:grpSpPr>
            <a:xfrm>
              <a:off x="914400" y="535100"/>
              <a:ext cx="7315200" cy="4073400"/>
              <a:chOff x="914400" y="535100"/>
              <a:chExt cx="7315200" cy="4073400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914400" y="535100"/>
                <a:ext cx="7315200" cy="4073400"/>
              </a:xfrm>
              <a:prstGeom prst="roundRect">
                <a:avLst>
                  <a:gd name="adj" fmla="val 0"/>
                </a:avLst>
              </a:prstGeom>
              <a:solidFill>
                <a:schemeClr val="l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5" name="Google Shape;25;p2"/>
              <p:cNvGrpSpPr/>
              <p:nvPr/>
            </p:nvGrpSpPr>
            <p:grpSpPr>
              <a:xfrm>
                <a:off x="7955100" y="626350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26" name="Google Shape;26;p2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7" name="Google Shape;27;p2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28" name="Google Shape;28;p2"/>
              <p:cNvSpPr/>
              <p:nvPr/>
            </p:nvSpPr>
            <p:spPr>
              <a:xfrm>
                <a:off x="7635000" y="626350"/>
                <a:ext cx="183000" cy="183000"/>
              </a:xfrm>
              <a:prstGeom prst="rect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29" name="Google Shape;29;p2"/>
              <p:cNvCxnSpPr/>
              <p:nvPr/>
            </p:nvCxnSpPr>
            <p:spPr>
              <a:xfrm>
                <a:off x="7284899" y="809350"/>
                <a:ext cx="2130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" name="Google Shape;30;p2"/>
              <p:cNvCxnSpPr/>
              <p:nvPr/>
            </p:nvCxnSpPr>
            <p:spPr>
              <a:xfrm>
                <a:off x="916188" y="900697"/>
                <a:ext cx="73104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31" name="Google Shape;31;p2"/>
          <p:cNvSpPr txBox="1">
            <a:spLocks noGrp="1"/>
          </p:cNvSpPr>
          <p:nvPr>
            <p:ph type="ctrTitle"/>
          </p:nvPr>
        </p:nvSpPr>
        <p:spPr>
          <a:xfrm>
            <a:off x="1828800" y="1174903"/>
            <a:ext cx="5486400" cy="2469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2"/>
          <p:cNvSpPr txBox="1">
            <a:spLocks noGrp="1"/>
          </p:cNvSpPr>
          <p:nvPr>
            <p:ph type="subTitle" idx="1"/>
          </p:nvPr>
        </p:nvSpPr>
        <p:spPr>
          <a:xfrm>
            <a:off x="1828800" y="3877100"/>
            <a:ext cx="5486400" cy="365700"/>
          </a:xfrm>
          <a:prstGeom prst="rect">
            <a:avLst/>
          </a:prstGeom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3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91387" y="1031845"/>
            <a:ext cx="9326879" cy="41691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5" name="Google Shape;35;p3"/>
          <p:cNvGrpSpPr/>
          <p:nvPr/>
        </p:nvGrpSpPr>
        <p:grpSpPr>
          <a:xfrm>
            <a:off x="1371300" y="742950"/>
            <a:ext cx="6492300" cy="3749100"/>
            <a:chOff x="1371300" y="742950"/>
            <a:chExt cx="6492300" cy="3749100"/>
          </a:xfrm>
        </p:grpSpPr>
        <p:sp>
          <p:nvSpPr>
            <p:cNvPr id="36" name="Google Shape;36;p3"/>
            <p:cNvSpPr/>
            <p:nvPr/>
          </p:nvSpPr>
          <p:spPr>
            <a:xfrm>
              <a:off x="1462800" y="834450"/>
              <a:ext cx="6400800" cy="36576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7" name="Google Shape;37;p3"/>
            <p:cNvGrpSpPr/>
            <p:nvPr/>
          </p:nvGrpSpPr>
          <p:grpSpPr>
            <a:xfrm>
              <a:off x="1371300" y="742950"/>
              <a:ext cx="6401400" cy="3657600"/>
              <a:chOff x="1371300" y="742950"/>
              <a:chExt cx="6401400" cy="3657600"/>
            </a:xfrm>
          </p:grpSpPr>
          <p:sp>
            <p:nvSpPr>
              <p:cNvPr id="38" name="Google Shape;38;p3"/>
              <p:cNvSpPr/>
              <p:nvPr/>
            </p:nvSpPr>
            <p:spPr>
              <a:xfrm>
                <a:off x="1371300" y="742950"/>
                <a:ext cx="6400800" cy="3657600"/>
              </a:xfrm>
              <a:prstGeom prst="roundRect">
                <a:avLst>
                  <a:gd name="adj" fmla="val 0"/>
                </a:avLst>
              </a:prstGeom>
              <a:solidFill>
                <a:schemeClr val="l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39" name="Google Shape;39;p3"/>
              <p:cNvCxnSpPr/>
              <p:nvPr/>
            </p:nvCxnSpPr>
            <p:spPr>
              <a:xfrm>
                <a:off x="1371300" y="1108650"/>
                <a:ext cx="64014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grpSp>
            <p:nvGrpSpPr>
              <p:cNvPr id="40" name="Google Shape;40;p3"/>
              <p:cNvGrpSpPr/>
              <p:nvPr/>
            </p:nvGrpSpPr>
            <p:grpSpPr>
              <a:xfrm>
                <a:off x="7498200" y="834288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41" name="Google Shape;41;p3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2" name="Google Shape;42;p3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43" name="Google Shape;43;p3"/>
              <p:cNvSpPr/>
              <p:nvPr/>
            </p:nvSpPr>
            <p:spPr>
              <a:xfrm>
                <a:off x="7177950" y="834288"/>
                <a:ext cx="183000" cy="183000"/>
              </a:xfrm>
              <a:prstGeom prst="rect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44" name="Google Shape;44;p3"/>
              <p:cNvCxnSpPr/>
              <p:nvPr/>
            </p:nvCxnSpPr>
            <p:spPr>
              <a:xfrm>
                <a:off x="6827699" y="1017288"/>
                <a:ext cx="2085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45" name="Google Shape;45;p3"/>
          <p:cNvSpPr txBox="1">
            <a:spLocks noGrp="1"/>
          </p:cNvSpPr>
          <p:nvPr>
            <p:ph type="title"/>
          </p:nvPr>
        </p:nvSpPr>
        <p:spPr>
          <a:xfrm>
            <a:off x="1828800" y="2114550"/>
            <a:ext cx="5486400" cy="9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  <p:sp>
        <p:nvSpPr>
          <p:cNvPr id="46" name="Google Shape;46;p3"/>
          <p:cNvSpPr txBox="1">
            <a:spLocks noGrp="1"/>
          </p:cNvSpPr>
          <p:nvPr>
            <p:ph type="title" idx="2" hasCustomPrompt="1"/>
          </p:nvPr>
        </p:nvSpPr>
        <p:spPr>
          <a:xfrm>
            <a:off x="947550" y="679350"/>
            <a:ext cx="1368300" cy="1371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7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47" name="Google Shape;47;p3"/>
          <p:cNvSpPr txBox="1">
            <a:spLocks noGrp="1"/>
          </p:cNvSpPr>
          <p:nvPr>
            <p:ph type="subTitle" idx="1"/>
          </p:nvPr>
        </p:nvSpPr>
        <p:spPr>
          <a:xfrm>
            <a:off x="2286000" y="3952891"/>
            <a:ext cx="4572000" cy="4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Google Shape;49;p4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91387" y="1031845"/>
            <a:ext cx="9326879" cy="41691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0" name="Google Shape;50;p4"/>
          <p:cNvGrpSpPr/>
          <p:nvPr/>
        </p:nvGrpSpPr>
        <p:grpSpPr>
          <a:xfrm>
            <a:off x="274200" y="274200"/>
            <a:ext cx="8687100" cy="4686600"/>
            <a:chOff x="274200" y="274200"/>
            <a:chExt cx="8687100" cy="4686600"/>
          </a:xfrm>
        </p:grpSpPr>
        <p:sp>
          <p:nvSpPr>
            <p:cNvPr id="51" name="Google Shape;51;p4"/>
            <p:cNvSpPr/>
            <p:nvPr/>
          </p:nvSpPr>
          <p:spPr>
            <a:xfrm>
              <a:off x="365700" y="365700"/>
              <a:ext cx="8595600" cy="45951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2" name="Google Shape;52;p4"/>
            <p:cNvGrpSpPr/>
            <p:nvPr/>
          </p:nvGrpSpPr>
          <p:grpSpPr>
            <a:xfrm>
              <a:off x="274200" y="274200"/>
              <a:ext cx="8595900" cy="4595100"/>
              <a:chOff x="274200" y="274200"/>
              <a:chExt cx="8595900" cy="4595100"/>
            </a:xfrm>
          </p:grpSpPr>
          <p:grpSp>
            <p:nvGrpSpPr>
              <p:cNvPr id="53" name="Google Shape;53;p4"/>
              <p:cNvGrpSpPr/>
              <p:nvPr/>
            </p:nvGrpSpPr>
            <p:grpSpPr>
              <a:xfrm>
                <a:off x="274200" y="274200"/>
                <a:ext cx="8595900" cy="4595100"/>
                <a:chOff x="274200" y="274200"/>
                <a:chExt cx="8595900" cy="4595100"/>
              </a:xfrm>
            </p:grpSpPr>
            <p:sp>
              <p:nvSpPr>
                <p:cNvPr id="54" name="Google Shape;54;p4"/>
                <p:cNvSpPr/>
                <p:nvPr/>
              </p:nvSpPr>
              <p:spPr>
                <a:xfrm>
                  <a:off x="274200" y="274200"/>
                  <a:ext cx="8595600" cy="4595100"/>
                </a:xfrm>
                <a:prstGeom prst="roundRect">
                  <a:avLst>
                    <a:gd name="adj" fmla="val 0"/>
                  </a:avLst>
                </a:prstGeom>
                <a:solidFill>
                  <a:schemeClr val="lt1"/>
                </a:solidFill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55" name="Google Shape;55;p4"/>
                <p:cNvCxnSpPr/>
                <p:nvPr/>
              </p:nvCxnSpPr>
              <p:spPr>
                <a:xfrm>
                  <a:off x="274200" y="639909"/>
                  <a:ext cx="8595900" cy="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56" name="Google Shape;56;p4"/>
              <p:cNvGrpSpPr/>
              <p:nvPr/>
            </p:nvGrpSpPr>
            <p:grpSpPr>
              <a:xfrm>
                <a:off x="8595300" y="365550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57" name="Google Shape;57;p4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8" name="Google Shape;58;p4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59" name="Google Shape;59;p4"/>
              <p:cNvSpPr/>
              <p:nvPr/>
            </p:nvSpPr>
            <p:spPr>
              <a:xfrm>
                <a:off x="8275200" y="365550"/>
                <a:ext cx="183000" cy="183000"/>
              </a:xfrm>
              <a:prstGeom prst="rect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60" name="Google Shape;60;p4"/>
              <p:cNvCxnSpPr/>
              <p:nvPr/>
            </p:nvCxnSpPr>
            <p:spPr>
              <a:xfrm>
                <a:off x="7925099" y="548550"/>
                <a:ext cx="2130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61" name="Google Shape;61;p4"/>
          <p:cNvSpPr txBox="1">
            <a:spLocks noGrp="1"/>
          </p:cNvSpPr>
          <p:nvPr>
            <p:ph type="title"/>
          </p:nvPr>
        </p:nvSpPr>
        <p:spPr>
          <a:xfrm>
            <a:off x="715100" y="731400"/>
            <a:ext cx="7713900" cy="68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4"/>
          <p:cNvSpPr txBox="1">
            <a:spLocks noGrp="1"/>
          </p:cNvSpPr>
          <p:nvPr>
            <p:ph type="body" idx="1"/>
          </p:nvPr>
        </p:nvSpPr>
        <p:spPr>
          <a:xfrm>
            <a:off x="715100" y="1417200"/>
            <a:ext cx="7713900" cy="36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p6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91387" y="1031845"/>
            <a:ext cx="9326879" cy="41691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3" name="Google Shape;83;p6"/>
          <p:cNvGrpSpPr/>
          <p:nvPr/>
        </p:nvGrpSpPr>
        <p:grpSpPr>
          <a:xfrm>
            <a:off x="274200" y="274200"/>
            <a:ext cx="8687100" cy="4686600"/>
            <a:chOff x="274200" y="274200"/>
            <a:chExt cx="8687100" cy="4686600"/>
          </a:xfrm>
        </p:grpSpPr>
        <p:sp>
          <p:nvSpPr>
            <p:cNvPr id="84" name="Google Shape;84;p6"/>
            <p:cNvSpPr/>
            <p:nvPr/>
          </p:nvSpPr>
          <p:spPr>
            <a:xfrm>
              <a:off x="365700" y="365700"/>
              <a:ext cx="8595600" cy="45951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85" name="Google Shape;85;p6"/>
            <p:cNvGrpSpPr/>
            <p:nvPr/>
          </p:nvGrpSpPr>
          <p:grpSpPr>
            <a:xfrm>
              <a:off x="274200" y="274200"/>
              <a:ext cx="8595900" cy="4595100"/>
              <a:chOff x="274200" y="274200"/>
              <a:chExt cx="8595900" cy="4595100"/>
            </a:xfrm>
          </p:grpSpPr>
          <p:grpSp>
            <p:nvGrpSpPr>
              <p:cNvPr id="86" name="Google Shape;86;p6"/>
              <p:cNvGrpSpPr/>
              <p:nvPr/>
            </p:nvGrpSpPr>
            <p:grpSpPr>
              <a:xfrm>
                <a:off x="274200" y="274200"/>
                <a:ext cx="8595900" cy="4595100"/>
                <a:chOff x="274200" y="274200"/>
                <a:chExt cx="8595900" cy="4595100"/>
              </a:xfrm>
            </p:grpSpPr>
            <p:sp>
              <p:nvSpPr>
                <p:cNvPr id="87" name="Google Shape;87;p6"/>
                <p:cNvSpPr/>
                <p:nvPr/>
              </p:nvSpPr>
              <p:spPr>
                <a:xfrm>
                  <a:off x="274200" y="274200"/>
                  <a:ext cx="8595600" cy="4595100"/>
                </a:xfrm>
                <a:prstGeom prst="roundRect">
                  <a:avLst>
                    <a:gd name="adj" fmla="val 0"/>
                  </a:avLst>
                </a:prstGeom>
                <a:solidFill>
                  <a:schemeClr val="lt1"/>
                </a:solidFill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88" name="Google Shape;88;p6"/>
                <p:cNvCxnSpPr/>
                <p:nvPr/>
              </p:nvCxnSpPr>
              <p:spPr>
                <a:xfrm>
                  <a:off x="274200" y="639909"/>
                  <a:ext cx="8595900" cy="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89" name="Google Shape;89;p6"/>
              <p:cNvGrpSpPr/>
              <p:nvPr/>
            </p:nvGrpSpPr>
            <p:grpSpPr>
              <a:xfrm>
                <a:off x="8595300" y="365550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90" name="Google Shape;90;p6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1" name="Google Shape;91;p6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92" name="Google Shape;92;p6"/>
              <p:cNvSpPr/>
              <p:nvPr/>
            </p:nvSpPr>
            <p:spPr>
              <a:xfrm>
                <a:off x="8275200" y="365550"/>
                <a:ext cx="183000" cy="183000"/>
              </a:xfrm>
              <a:prstGeom prst="rect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93" name="Google Shape;93;p6"/>
              <p:cNvCxnSpPr/>
              <p:nvPr/>
            </p:nvCxnSpPr>
            <p:spPr>
              <a:xfrm>
                <a:off x="7925099" y="548550"/>
                <a:ext cx="2130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94" name="Google Shape;94;p6"/>
          <p:cNvSpPr txBox="1">
            <a:spLocks noGrp="1"/>
          </p:cNvSpPr>
          <p:nvPr>
            <p:ph type="title"/>
          </p:nvPr>
        </p:nvSpPr>
        <p:spPr>
          <a:xfrm>
            <a:off x="715125" y="731525"/>
            <a:ext cx="7713900" cy="68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7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91387" y="1031845"/>
            <a:ext cx="9326879" cy="41691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7" name="Google Shape;97;p7"/>
          <p:cNvGrpSpPr/>
          <p:nvPr/>
        </p:nvGrpSpPr>
        <p:grpSpPr>
          <a:xfrm>
            <a:off x="1438985" y="535000"/>
            <a:ext cx="5919000" cy="4425900"/>
            <a:chOff x="274200" y="274200"/>
            <a:chExt cx="5919000" cy="4425900"/>
          </a:xfrm>
        </p:grpSpPr>
        <p:sp>
          <p:nvSpPr>
            <p:cNvPr id="98" name="Google Shape;98;p7"/>
            <p:cNvSpPr/>
            <p:nvPr/>
          </p:nvSpPr>
          <p:spPr>
            <a:xfrm>
              <a:off x="365700" y="365700"/>
              <a:ext cx="5827500" cy="43344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9" name="Google Shape;99;p7"/>
            <p:cNvGrpSpPr/>
            <p:nvPr/>
          </p:nvGrpSpPr>
          <p:grpSpPr>
            <a:xfrm>
              <a:off x="274200" y="274200"/>
              <a:ext cx="5827500" cy="4334400"/>
              <a:chOff x="274200" y="274200"/>
              <a:chExt cx="5827500" cy="4334400"/>
            </a:xfrm>
          </p:grpSpPr>
          <p:sp>
            <p:nvSpPr>
              <p:cNvPr id="100" name="Google Shape;100;p7"/>
              <p:cNvSpPr/>
              <p:nvPr/>
            </p:nvSpPr>
            <p:spPr>
              <a:xfrm>
                <a:off x="274200" y="274200"/>
                <a:ext cx="5827500" cy="4334400"/>
              </a:xfrm>
              <a:prstGeom prst="roundRect">
                <a:avLst>
                  <a:gd name="adj" fmla="val 0"/>
                </a:avLst>
              </a:prstGeom>
              <a:solidFill>
                <a:schemeClr val="l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01" name="Google Shape;101;p7"/>
              <p:cNvGrpSpPr/>
              <p:nvPr/>
            </p:nvGrpSpPr>
            <p:grpSpPr>
              <a:xfrm>
                <a:off x="5827100" y="365450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102" name="Google Shape;102;p7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03" name="Google Shape;103;p7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104" name="Google Shape;104;p7"/>
              <p:cNvSpPr/>
              <p:nvPr/>
            </p:nvSpPr>
            <p:spPr>
              <a:xfrm>
                <a:off x="5507000" y="365450"/>
                <a:ext cx="183000" cy="183000"/>
              </a:xfrm>
              <a:prstGeom prst="rect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05" name="Google Shape;105;p7"/>
              <p:cNvCxnSpPr/>
              <p:nvPr/>
            </p:nvCxnSpPr>
            <p:spPr>
              <a:xfrm>
                <a:off x="5156899" y="548450"/>
                <a:ext cx="2130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6" name="Google Shape;106;p7"/>
              <p:cNvCxnSpPr/>
              <p:nvPr/>
            </p:nvCxnSpPr>
            <p:spPr>
              <a:xfrm>
                <a:off x="283500" y="639800"/>
                <a:ext cx="5815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107" name="Google Shape;107;p7"/>
          <p:cNvGrpSpPr/>
          <p:nvPr/>
        </p:nvGrpSpPr>
        <p:grpSpPr>
          <a:xfrm>
            <a:off x="274200" y="274200"/>
            <a:ext cx="5919000" cy="4425900"/>
            <a:chOff x="274200" y="274200"/>
            <a:chExt cx="5919000" cy="4425900"/>
          </a:xfrm>
        </p:grpSpPr>
        <p:sp>
          <p:nvSpPr>
            <p:cNvPr id="108" name="Google Shape;108;p7"/>
            <p:cNvSpPr/>
            <p:nvPr/>
          </p:nvSpPr>
          <p:spPr>
            <a:xfrm>
              <a:off x="365700" y="365700"/>
              <a:ext cx="5827500" cy="43344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9" name="Google Shape;109;p7"/>
            <p:cNvGrpSpPr/>
            <p:nvPr/>
          </p:nvGrpSpPr>
          <p:grpSpPr>
            <a:xfrm>
              <a:off x="274200" y="274200"/>
              <a:ext cx="5827500" cy="4334400"/>
              <a:chOff x="274200" y="274200"/>
              <a:chExt cx="5827500" cy="4334400"/>
            </a:xfrm>
          </p:grpSpPr>
          <p:sp>
            <p:nvSpPr>
              <p:cNvPr id="110" name="Google Shape;110;p7"/>
              <p:cNvSpPr/>
              <p:nvPr/>
            </p:nvSpPr>
            <p:spPr>
              <a:xfrm>
                <a:off x="274200" y="274200"/>
                <a:ext cx="5827500" cy="4334400"/>
              </a:xfrm>
              <a:prstGeom prst="roundRect">
                <a:avLst>
                  <a:gd name="adj" fmla="val 0"/>
                </a:avLst>
              </a:prstGeom>
              <a:solidFill>
                <a:schemeClr val="l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11" name="Google Shape;111;p7"/>
              <p:cNvGrpSpPr/>
              <p:nvPr/>
            </p:nvGrpSpPr>
            <p:grpSpPr>
              <a:xfrm>
                <a:off x="5827100" y="365450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112" name="Google Shape;112;p7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13" name="Google Shape;113;p7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114" name="Google Shape;114;p7"/>
              <p:cNvSpPr/>
              <p:nvPr/>
            </p:nvSpPr>
            <p:spPr>
              <a:xfrm>
                <a:off x="5507000" y="365450"/>
                <a:ext cx="183000" cy="183000"/>
              </a:xfrm>
              <a:prstGeom prst="rect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15" name="Google Shape;115;p7"/>
              <p:cNvCxnSpPr/>
              <p:nvPr/>
            </p:nvCxnSpPr>
            <p:spPr>
              <a:xfrm>
                <a:off x="5156899" y="548450"/>
                <a:ext cx="2130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6" name="Google Shape;116;p7"/>
              <p:cNvCxnSpPr/>
              <p:nvPr/>
            </p:nvCxnSpPr>
            <p:spPr>
              <a:xfrm>
                <a:off x="283500" y="639800"/>
                <a:ext cx="5815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117" name="Google Shape;117;p7"/>
          <p:cNvSpPr txBox="1">
            <a:spLocks noGrp="1"/>
          </p:cNvSpPr>
          <p:nvPr>
            <p:ph type="title"/>
          </p:nvPr>
        </p:nvSpPr>
        <p:spPr>
          <a:xfrm>
            <a:off x="714250" y="731525"/>
            <a:ext cx="5015700" cy="68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7"/>
          <p:cNvSpPr txBox="1">
            <a:spLocks noGrp="1"/>
          </p:cNvSpPr>
          <p:nvPr>
            <p:ph type="body" idx="1"/>
          </p:nvPr>
        </p:nvSpPr>
        <p:spPr>
          <a:xfrm>
            <a:off x="715850" y="1600325"/>
            <a:ext cx="5019900" cy="25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8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91387" y="1031845"/>
            <a:ext cx="9326879" cy="41691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1" name="Google Shape;121;p8"/>
          <p:cNvGrpSpPr/>
          <p:nvPr/>
        </p:nvGrpSpPr>
        <p:grpSpPr>
          <a:xfrm>
            <a:off x="2028115" y="535000"/>
            <a:ext cx="6492300" cy="3749100"/>
            <a:chOff x="1371300" y="742950"/>
            <a:chExt cx="6492300" cy="3749100"/>
          </a:xfrm>
        </p:grpSpPr>
        <p:sp>
          <p:nvSpPr>
            <p:cNvPr id="122" name="Google Shape;122;p8"/>
            <p:cNvSpPr/>
            <p:nvPr/>
          </p:nvSpPr>
          <p:spPr>
            <a:xfrm>
              <a:off x="1462800" y="834450"/>
              <a:ext cx="6400800" cy="36576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23" name="Google Shape;123;p8"/>
            <p:cNvGrpSpPr/>
            <p:nvPr/>
          </p:nvGrpSpPr>
          <p:grpSpPr>
            <a:xfrm>
              <a:off x="1371300" y="742950"/>
              <a:ext cx="6401400" cy="3657600"/>
              <a:chOff x="1371300" y="742950"/>
              <a:chExt cx="6401400" cy="3657600"/>
            </a:xfrm>
          </p:grpSpPr>
          <p:sp>
            <p:nvSpPr>
              <p:cNvPr id="124" name="Google Shape;124;p8"/>
              <p:cNvSpPr/>
              <p:nvPr/>
            </p:nvSpPr>
            <p:spPr>
              <a:xfrm>
                <a:off x="1371300" y="742950"/>
                <a:ext cx="6400800" cy="3657600"/>
              </a:xfrm>
              <a:prstGeom prst="roundRect">
                <a:avLst>
                  <a:gd name="adj" fmla="val 0"/>
                </a:avLst>
              </a:prstGeom>
              <a:solidFill>
                <a:schemeClr val="l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25" name="Google Shape;125;p8"/>
              <p:cNvCxnSpPr/>
              <p:nvPr/>
            </p:nvCxnSpPr>
            <p:spPr>
              <a:xfrm>
                <a:off x="1371300" y="1108650"/>
                <a:ext cx="64014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grpSp>
            <p:nvGrpSpPr>
              <p:cNvPr id="126" name="Google Shape;126;p8"/>
              <p:cNvGrpSpPr/>
              <p:nvPr/>
            </p:nvGrpSpPr>
            <p:grpSpPr>
              <a:xfrm>
                <a:off x="7498200" y="834288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127" name="Google Shape;127;p8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28" name="Google Shape;128;p8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129" name="Google Shape;129;p8"/>
              <p:cNvSpPr/>
              <p:nvPr/>
            </p:nvSpPr>
            <p:spPr>
              <a:xfrm>
                <a:off x="7177950" y="834288"/>
                <a:ext cx="183000" cy="183000"/>
              </a:xfrm>
              <a:prstGeom prst="rect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30" name="Google Shape;130;p8"/>
              <p:cNvCxnSpPr/>
              <p:nvPr/>
            </p:nvCxnSpPr>
            <p:spPr>
              <a:xfrm>
                <a:off x="6827699" y="1017288"/>
                <a:ext cx="2130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131" name="Google Shape;131;p8"/>
          <p:cNvGrpSpPr/>
          <p:nvPr/>
        </p:nvGrpSpPr>
        <p:grpSpPr>
          <a:xfrm>
            <a:off x="1371300" y="742950"/>
            <a:ext cx="6492300" cy="3749100"/>
            <a:chOff x="1371300" y="742950"/>
            <a:chExt cx="6492300" cy="3749100"/>
          </a:xfrm>
        </p:grpSpPr>
        <p:sp>
          <p:nvSpPr>
            <p:cNvPr id="132" name="Google Shape;132;p8"/>
            <p:cNvSpPr/>
            <p:nvPr/>
          </p:nvSpPr>
          <p:spPr>
            <a:xfrm>
              <a:off x="1462800" y="834450"/>
              <a:ext cx="6400800" cy="36576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3" name="Google Shape;133;p8"/>
            <p:cNvGrpSpPr/>
            <p:nvPr/>
          </p:nvGrpSpPr>
          <p:grpSpPr>
            <a:xfrm>
              <a:off x="1371300" y="742950"/>
              <a:ext cx="6401400" cy="3657600"/>
              <a:chOff x="1371300" y="742950"/>
              <a:chExt cx="6401400" cy="3657600"/>
            </a:xfrm>
          </p:grpSpPr>
          <p:sp>
            <p:nvSpPr>
              <p:cNvPr id="134" name="Google Shape;134;p8"/>
              <p:cNvSpPr/>
              <p:nvPr/>
            </p:nvSpPr>
            <p:spPr>
              <a:xfrm>
                <a:off x="1371300" y="742950"/>
                <a:ext cx="6400800" cy="3657600"/>
              </a:xfrm>
              <a:prstGeom prst="roundRect">
                <a:avLst>
                  <a:gd name="adj" fmla="val 0"/>
                </a:avLst>
              </a:prstGeom>
              <a:solidFill>
                <a:schemeClr val="l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35" name="Google Shape;135;p8"/>
              <p:cNvCxnSpPr/>
              <p:nvPr/>
            </p:nvCxnSpPr>
            <p:spPr>
              <a:xfrm>
                <a:off x="1371300" y="1108650"/>
                <a:ext cx="64014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grpSp>
            <p:nvGrpSpPr>
              <p:cNvPr id="136" name="Google Shape;136;p8"/>
              <p:cNvGrpSpPr/>
              <p:nvPr/>
            </p:nvGrpSpPr>
            <p:grpSpPr>
              <a:xfrm>
                <a:off x="7498200" y="834288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137" name="Google Shape;137;p8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8" name="Google Shape;138;p8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139" name="Google Shape;139;p8"/>
              <p:cNvSpPr/>
              <p:nvPr/>
            </p:nvSpPr>
            <p:spPr>
              <a:xfrm>
                <a:off x="7177950" y="834288"/>
                <a:ext cx="183000" cy="183000"/>
              </a:xfrm>
              <a:prstGeom prst="rect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40" name="Google Shape;140;p8"/>
              <p:cNvCxnSpPr/>
              <p:nvPr/>
            </p:nvCxnSpPr>
            <p:spPr>
              <a:xfrm>
                <a:off x="6827699" y="1017288"/>
                <a:ext cx="2130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141" name="Google Shape;141;p8"/>
          <p:cNvSpPr txBox="1">
            <a:spLocks noGrp="1"/>
          </p:cNvSpPr>
          <p:nvPr>
            <p:ph type="title"/>
          </p:nvPr>
        </p:nvSpPr>
        <p:spPr>
          <a:xfrm>
            <a:off x="1828800" y="1307100"/>
            <a:ext cx="5486400" cy="274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7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9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91387" y="1031845"/>
            <a:ext cx="9326879" cy="41691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4" name="Google Shape;144;p9"/>
          <p:cNvGrpSpPr/>
          <p:nvPr/>
        </p:nvGrpSpPr>
        <p:grpSpPr>
          <a:xfrm>
            <a:off x="2025281" y="535000"/>
            <a:ext cx="6492300" cy="3749100"/>
            <a:chOff x="1371300" y="742950"/>
            <a:chExt cx="6492300" cy="3749100"/>
          </a:xfrm>
        </p:grpSpPr>
        <p:sp>
          <p:nvSpPr>
            <p:cNvPr id="145" name="Google Shape;145;p9"/>
            <p:cNvSpPr/>
            <p:nvPr/>
          </p:nvSpPr>
          <p:spPr>
            <a:xfrm>
              <a:off x="1462800" y="834450"/>
              <a:ext cx="6400800" cy="36576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46" name="Google Shape;146;p9"/>
            <p:cNvGrpSpPr/>
            <p:nvPr/>
          </p:nvGrpSpPr>
          <p:grpSpPr>
            <a:xfrm>
              <a:off x="1371300" y="742950"/>
              <a:ext cx="6401400" cy="3657600"/>
              <a:chOff x="1371300" y="742950"/>
              <a:chExt cx="6401400" cy="3657600"/>
            </a:xfrm>
          </p:grpSpPr>
          <p:sp>
            <p:nvSpPr>
              <p:cNvPr id="147" name="Google Shape;147;p9"/>
              <p:cNvSpPr/>
              <p:nvPr/>
            </p:nvSpPr>
            <p:spPr>
              <a:xfrm>
                <a:off x="1371300" y="742950"/>
                <a:ext cx="6400800" cy="3657600"/>
              </a:xfrm>
              <a:prstGeom prst="roundRect">
                <a:avLst>
                  <a:gd name="adj" fmla="val 0"/>
                </a:avLst>
              </a:prstGeom>
              <a:solidFill>
                <a:schemeClr val="l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48" name="Google Shape;148;p9"/>
              <p:cNvCxnSpPr/>
              <p:nvPr/>
            </p:nvCxnSpPr>
            <p:spPr>
              <a:xfrm>
                <a:off x="1371300" y="1108650"/>
                <a:ext cx="64014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grpSp>
            <p:nvGrpSpPr>
              <p:cNvPr id="149" name="Google Shape;149;p9"/>
              <p:cNvGrpSpPr/>
              <p:nvPr/>
            </p:nvGrpSpPr>
            <p:grpSpPr>
              <a:xfrm>
                <a:off x="7498200" y="834288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150" name="Google Shape;150;p9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51" name="Google Shape;151;p9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152" name="Google Shape;152;p9"/>
              <p:cNvSpPr/>
              <p:nvPr/>
            </p:nvSpPr>
            <p:spPr>
              <a:xfrm>
                <a:off x="7177950" y="834288"/>
                <a:ext cx="183000" cy="183000"/>
              </a:xfrm>
              <a:prstGeom prst="rect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53" name="Google Shape;153;p9"/>
              <p:cNvCxnSpPr/>
              <p:nvPr/>
            </p:nvCxnSpPr>
            <p:spPr>
              <a:xfrm>
                <a:off x="6827699" y="1017288"/>
                <a:ext cx="2130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154" name="Google Shape;154;p9"/>
          <p:cNvGrpSpPr/>
          <p:nvPr/>
        </p:nvGrpSpPr>
        <p:grpSpPr>
          <a:xfrm>
            <a:off x="1371300" y="742950"/>
            <a:ext cx="6492300" cy="3749100"/>
            <a:chOff x="1371300" y="742950"/>
            <a:chExt cx="6492300" cy="3749100"/>
          </a:xfrm>
        </p:grpSpPr>
        <p:sp>
          <p:nvSpPr>
            <p:cNvPr id="155" name="Google Shape;155;p9"/>
            <p:cNvSpPr/>
            <p:nvPr/>
          </p:nvSpPr>
          <p:spPr>
            <a:xfrm>
              <a:off x="1462800" y="834450"/>
              <a:ext cx="6400800" cy="36576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56" name="Google Shape;156;p9"/>
            <p:cNvGrpSpPr/>
            <p:nvPr/>
          </p:nvGrpSpPr>
          <p:grpSpPr>
            <a:xfrm>
              <a:off x="1371300" y="742950"/>
              <a:ext cx="6401400" cy="3657600"/>
              <a:chOff x="1371300" y="742950"/>
              <a:chExt cx="6401400" cy="3657600"/>
            </a:xfrm>
          </p:grpSpPr>
          <p:sp>
            <p:nvSpPr>
              <p:cNvPr id="157" name="Google Shape;157;p9"/>
              <p:cNvSpPr/>
              <p:nvPr/>
            </p:nvSpPr>
            <p:spPr>
              <a:xfrm>
                <a:off x="1371300" y="742950"/>
                <a:ext cx="6400800" cy="3657600"/>
              </a:xfrm>
              <a:prstGeom prst="roundRect">
                <a:avLst>
                  <a:gd name="adj" fmla="val 0"/>
                </a:avLst>
              </a:prstGeom>
              <a:solidFill>
                <a:schemeClr val="l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58" name="Google Shape;158;p9"/>
              <p:cNvCxnSpPr/>
              <p:nvPr/>
            </p:nvCxnSpPr>
            <p:spPr>
              <a:xfrm>
                <a:off x="1371300" y="1108650"/>
                <a:ext cx="64014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grpSp>
            <p:nvGrpSpPr>
              <p:cNvPr id="159" name="Google Shape;159;p9"/>
              <p:cNvGrpSpPr/>
              <p:nvPr/>
            </p:nvGrpSpPr>
            <p:grpSpPr>
              <a:xfrm>
                <a:off x="7498200" y="834288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160" name="Google Shape;160;p9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1" name="Google Shape;161;p9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162" name="Google Shape;162;p9"/>
              <p:cNvSpPr/>
              <p:nvPr/>
            </p:nvSpPr>
            <p:spPr>
              <a:xfrm>
                <a:off x="7177950" y="834288"/>
                <a:ext cx="183000" cy="183000"/>
              </a:xfrm>
              <a:prstGeom prst="rect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63" name="Google Shape;163;p9"/>
              <p:cNvCxnSpPr/>
              <p:nvPr/>
            </p:nvCxnSpPr>
            <p:spPr>
              <a:xfrm>
                <a:off x="6827699" y="1017288"/>
                <a:ext cx="2130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164" name="Google Shape;164;p9"/>
          <p:cNvSpPr txBox="1">
            <a:spLocks noGrp="1"/>
          </p:cNvSpPr>
          <p:nvPr>
            <p:ph type="title"/>
          </p:nvPr>
        </p:nvSpPr>
        <p:spPr>
          <a:xfrm>
            <a:off x="2057400" y="1680088"/>
            <a:ext cx="5029200" cy="68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65" name="Google Shape;165;p9"/>
          <p:cNvSpPr txBox="1">
            <a:spLocks noGrp="1"/>
          </p:cNvSpPr>
          <p:nvPr>
            <p:ph type="subTitle" idx="1"/>
          </p:nvPr>
        </p:nvSpPr>
        <p:spPr>
          <a:xfrm>
            <a:off x="2057400" y="2549013"/>
            <a:ext cx="5029200" cy="9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0"/>
          <p:cNvSpPr txBox="1">
            <a:spLocks noGrp="1"/>
          </p:cNvSpPr>
          <p:nvPr>
            <p:ph type="title"/>
          </p:nvPr>
        </p:nvSpPr>
        <p:spPr>
          <a:xfrm>
            <a:off x="715100" y="3968300"/>
            <a:ext cx="7713900" cy="6402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11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91387" y="1031845"/>
            <a:ext cx="9326879" cy="41691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0" name="Google Shape;170;p11"/>
          <p:cNvGrpSpPr/>
          <p:nvPr/>
        </p:nvGrpSpPr>
        <p:grpSpPr>
          <a:xfrm>
            <a:off x="914400" y="535100"/>
            <a:ext cx="7406700" cy="4164575"/>
            <a:chOff x="914400" y="535100"/>
            <a:chExt cx="7406700" cy="4164575"/>
          </a:xfrm>
        </p:grpSpPr>
        <p:sp>
          <p:nvSpPr>
            <p:cNvPr id="171" name="Google Shape;171;p11"/>
            <p:cNvSpPr/>
            <p:nvPr/>
          </p:nvSpPr>
          <p:spPr>
            <a:xfrm>
              <a:off x="1005900" y="626275"/>
              <a:ext cx="7315200" cy="40734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72" name="Google Shape;172;p11"/>
            <p:cNvGrpSpPr/>
            <p:nvPr/>
          </p:nvGrpSpPr>
          <p:grpSpPr>
            <a:xfrm>
              <a:off x="914400" y="535100"/>
              <a:ext cx="7315200" cy="4073400"/>
              <a:chOff x="914400" y="535100"/>
              <a:chExt cx="7315200" cy="4073400"/>
            </a:xfrm>
          </p:grpSpPr>
          <p:sp>
            <p:nvSpPr>
              <p:cNvPr id="173" name="Google Shape;173;p11"/>
              <p:cNvSpPr/>
              <p:nvPr/>
            </p:nvSpPr>
            <p:spPr>
              <a:xfrm>
                <a:off x="914400" y="535100"/>
                <a:ext cx="7315200" cy="4073400"/>
              </a:xfrm>
              <a:prstGeom prst="roundRect">
                <a:avLst>
                  <a:gd name="adj" fmla="val 0"/>
                </a:avLst>
              </a:prstGeom>
              <a:solidFill>
                <a:schemeClr val="l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74" name="Google Shape;174;p11"/>
              <p:cNvGrpSpPr/>
              <p:nvPr/>
            </p:nvGrpSpPr>
            <p:grpSpPr>
              <a:xfrm>
                <a:off x="7955100" y="626350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175" name="Google Shape;175;p11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76" name="Google Shape;176;p11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177" name="Google Shape;177;p11"/>
              <p:cNvSpPr/>
              <p:nvPr/>
            </p:nvSpPr>
            <p:spPr>
              <a:xfrm>
                <a:off x="7635000" y="626350"/>
                <a:ext cx="183000" cy="183000"/>
              </a:xfrm>
              <a:prstGeom prst="rect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78" name="Google Shape;178;p11"/>
              <p:cNvCxnSpPr/>
              <p:nvPr/>
            </p:nvCxnSpPr>
            <p:spPr>
              <a:xfrm>
                <a:off x="7284899" y="809350"/>
                <a:ext cx="2130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79" name="Google Shape;179;p11"/>
              <p:cNvCxnSpPr/>
              <p:nvPr/>
            </p:nvCxnSpPr>
            <p:spPr>
              <a:xfrm>
                <a:off x="916188" y="900697"/>
                <a:ext cx="73104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180" name="Google Shape;180;p11"/>
          <p:cNvSpPr txBox="1">
            <a:spLocks noGrp="1"/>
          </p:cNvSpPr>
          <p:nvPr>
            <p:ph type="title" hasCustomPrompt="1"/>
          </p:nvPr>
        </p:nvSpPr>
        <p:spPr>
          <a:xfrm>
            <a:off x="1371600" y="1657350"/>
            <a:ext cx="6400800" cy="182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0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81" name="Google Shape;181;p11"/>
          <p:cNvSpPr txBox="1">
            <a:spLocks noGrp="1"/>
          </p:cNvSpPr>
          <p:nvPr>
            <p:ph type="subTitle" idx="1"/>
          </p:nvPr>
        </p:nvSpPr>
        <p:spPr>
          <a:xfrm>
            <a:off x="1828850" y="3877100"/>
            <a:ext cx="5486400" cy="365700"/>
          </a:xfrm>
          <a:prstGeom prst="rect">
            <a:avLst/>
          </a:prstGeom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4"/>
        </a:solidFill>
        <a:effectLst/>
      </p:bgPr>
    </p:bg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13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91387" y="1031845"/>
            <a:ext cx="9326879" cy="41691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5" name="Google Shape;185;p13"/>
          <p:cNvGrpSpPr/>
          <p:nvPr/>
        </p:nvGrpSpPr>
        <p:grpSpPr>
          <a:xfrm>
            <a:off x="274200" y="274200"/>
            <a:ext cx="8687100" cy="4686600"/>
            <a:chOff x="274200" y="274200"/>
            <a:chExt cx="8687100" cy="4686600"/>
          </a:xfrm>
        </p:grpSpPr>
        <p:sp>
          <p:nvSpPr>
            <p:cNvPr id="186" name="Google Shape;186;p13"/>
            <p:cNvSpPr/>
            <p:nvPr/>
          </p:nvSpPr>
          <p:spPr>
            <a:xfrm>
              <a:off x="365700" y="365700"/>
              <a:ext cx="8595600" cy="45951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87" name="Google Shape;187;p13"/>
            <p:cNvGrpSpPr/>
            <p:nvPr/>
          </p:nvGrpSpPr>
          <p:grpSpPr>
            <a:xfrm>
              <a:off x="274200" y="274200"/>
              <a:ext cx="8595900" cy="4595100"/>
              <a:chOff x="274200" y="274200"/>
              <a:chExt cx="8595900" cy="4595100"/>
            </a:xfrm>
          </p:grpSpPr>
          <p:grpSp>
            <p:nvGrpSpPr>
              <p:cNvPr id="188" name="Google Shape;188;p13"/>
              <p:cNvGrpSpPr/>
              <p:nvPr/>
            </p:nvGrpSpPr>
            <p:grpSpPr>
              <a:xfrm>
                <a:off x="274200" y="274200"/>
                <a:ext cx="8595900" cy="4595100"/>
                <a:chOff x="274200" y="274200"/>
                <a:chExt cx="8595900" cy="4595100"/>
              </a:xfrm>
            </p:grpSpPr>
            <p:sp>
              <p:nvSpPr>
                <p:cNvPr id="189" name="Google Shape;189;p13"/>
                <p:cNvSpPr/>
                <p:nvPr/>
              </p:nvSpPr>
              <p:spPr>
                <a:xfrm>
                  <a:off x="274200" y="274200"/>
                  <a:ext cx="8595600" cy="4595100"/>
                </a:xfrm>
                <a:prstGeom prst="roundRect">
                  <a:avLst>
                    <a:gd name="adj" fmla="val 0"/>
                  </a:avLst>
                </a:prstGeom>
                <a:solidFill>
                  <a:schemeClr val="lt1"/>
                </a:solidFill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190" name="Google Shape;190;p13"/>
                <p:cNvCxnSpPr/>
                <p:nvPr/>
              </p:nvCxnSpPr>
              <p:spPr>
                <a:xfrm>
                  <a:off x="274200" y="639909"/>
                  <a:ext cx="8595900" cy="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191" name="Google Shape;191;p13"/>
              <p:cNvGrpSpPr/>
              <p:nvPr/>
            </p:nvGrpSpPr>
            <p:grpSpPr>
              <a:xfrm>
                <a:off x="8595300" y="365550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192" name="Google Shape;192;p13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3" name="Google Shape;193;p13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194" name="Google Shape;194;p13"/>
              <p:cNvSpPr/>
              <p:nvPr/>
            </p:nvSpPr>
            <p:spPr>
              <a:xfrm>
                <a:off x="8275200" y="365550"/>
                <a:ext cx="183000" cy="183000"/>
              </a:xfrm>
              <a:prstGeom prst="rect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95" name="Google Shape;195;p13"/>
              <p:cNvCxnSpPr/>
              <p:nvPr/>
            </p:nvCxnSpPr>
            <p:spPr>
              <a:xfrm>
                <a:off x="7925099" y="548550"/>
                <a:ext cx="2130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196" name="Google Shape;196;p13"/>
          <p:cNvSpPr txBox="1">
            <a:spLocks noGrp="1"/>
          </p:cNvSpPr>
          <p:nvPr>
            <p:ph type="subTitle" idx="1"/>
          </p:nvPr>
        </p:nvSpPr>
        <p:spPr>
          <a:xfrm>
            <a:off x="1957976" y="1802875"/>
            <a:ext cx="2377500" cy="54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97" name="Google Shape;197;p13"/>
          <p:cNvSpPr txBox="1">
            <a:spLocks noGrp="1"/>
          </p:cNvSpPr>
          <p:nvPr>
            <p:ph type="subTitle" idx="2"/>
          </p:nvPr>
        </p:nvSpPr>
        <p:spPr>
          <a:xfrm>
            <a:off x="1957956" y="3399150"/>
            <a:ext cx="2377500" cy="54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98" name="Google Shape;198;p13"/>
          <p:cNvSpPr txBox="1">
            <a:spLocks noGrp="1"/>
          </p:cNvSpPr>
          <p:nvPr>
            <p:ph type="subTitle" idx="3"/>
          </p:nvPr>
        </p:nvSpPr>
        <p:spPr>
          <a:xfrm>
            <a:off x="5997466" y="1803588"/>
            <a:ext cx="2377500" cy="54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99" name="Google Shape;199;p13"/>
          <p:cNvSpPr txBox="1">
            <a:spLocks noGrp="1"/>
          </p:cNvSpPr>
          <p:nvPr>
            <p:ph type="subTitle" idx="4"/>
          </p:nvPr>
        </p:nvSpPr>
        <p:spPr>
          <a:xfrm>
            <a:off x="6043506" y="3399143"/>
            <a:ext cx="2286000" cy="54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00" name="Google Shape;200;p13"/>
          <p:cNvSpPr txBox="1">
            <a:spLocks noGrp="1"/>
          </p:cNvSpPr>
          <p:nvPr>
            <p:ph type="title" hasCustomPrompt="1"/>
          </p:nvPr>
        </p:nvSpPr>
        <p:spPr>
          <a:xfrm>
            <a:off x="769317" y="1802875"/>
            <a:ext cx="1188600" cy="1097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5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01" name="Google Shape;201;p13"/>
          <p:cNvSpPr txBox="1">
            <a:spLocks noGrp="1"/>
          </p:cNvSpPr>
          <p:nvPr>
            <p:ph type="subTitle" idx="5"/>
          </p:nvPr>
        </p:nvSpPr>
        <p:spPr>
          <a:xfrm>
            <a:off x="1957976" y="2261521"/>
            <a:ext cx="2377500" cy="6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2" name="Google Shape;202;p13"/>
          <p:cNvSpPr txBox="1">
            <a:spLocks noGrp="1"/>
          </p:cNvSpPr>
          <p:nvPr>
            <p:ph type="title" idx="6" hasCustomPrompt="1"/>
          </p:nvPr>
        </p:nvSpPr>
        <p:spPr>
          <a:xfrm>
            <a:off x="4808859" y="1803600"/>
            <a:ext cx="1188600" cy="1097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5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03" name="Google Shape;203;p13"/>
          <p:cNvSpPr txBox="1">
            <a:spLocks noGrp="1"/>
          </p:cNvSpPr>
          <p:nvPr>
            <p:ph type="subTitle" idx="7"/>
          </p:nvPr>
        </p:nvSpPr>
        <p:spPr>
          <a:xfrm>
            <a:off x="5997466" y="2260800"/>
            <a:ext cx="2377500" cy="6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4" name="Google Shape;204;p13"/>
          <p:cNvSpPr txBox="1">
            <a:spLocks noGrp="1"/>
          </p:cNvSpPr>
          <p:nvPr>
            <p:ph type="title" idx="8" hasCustomPrompt="1"/>
          </p:nvPr>
        </p:nvSpPr>
        <p:spPr>
          <a:xfrm>
            <a:off x="769347" y="3399150"/>
            <a:ext cx="1188600" cy="1097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5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05" name="Google Shape;205;p13"/>
          <p:cNvSpPr txBox="1">
            <a:spLocks noGrp="1"/>
          </p:cNvSpPr>
          <p:nvPr>
            <p:ph type="subTitle" idx="9"/>
          </p:nvPr>
        </p:nvSpPr>
        <p:spPr>
          <a:xfrm>
            <a:off x="1957956" y="3856343"/>
            <a:ext cx="2377500" cy="6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6" name="Google Shape;206;p13"/>
          <p:cNvSpPr txBox="1">
            <a:spLocks noGrp="1"/>
          </p:cNvSpPr>
          <p:nvPr>
            <p:ph type="title" idx="13" hasCustomPrompt="1"/>
          </p:nvPr>
        </p:nvSpPr>
        <p:spPr>
          <a:xfrm>
            <a:off x="4854897" y="3399143"/>
            <a:ext cx="1188600" cy="1097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5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07" name="Google Shape;207;p13"/>
          <p:cNvSpPr txBox="1">
            <a:spLocks noGrp="1"/>
          </p:cNvSpPr>
          <p:nvPr>
            <p:ph type="subTitle" idx="14"/>
          </p:nvPr>
        </p:nvSpPr>
        <p:spPr>
          <a:xfrm>
            <a:off x="6043506" y="3856343"/>
            <a:ext cx="2286000" cy="6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8" name="Google Shape;208;p13"/>
          <p:cNvSpPr txBox="1">
            <a:spLocks noGrp="1"/>
          </p:cNvSpPr>
          <p:nvPr>
            <p:ph type="title" idx="15"/>
          </p:nvPr>
        </p:nvSpPr>
        <p:spPr>
          <a:xfrm>
            <a:off x="715650" y="731525"/>
            <a:ext cx="7713300" cy="68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" name="Google Shape;210;p14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91387" y="1031845"/>
            <a:ext cx="9326879" cy="41691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1" name="Google Shape;211;p14"/>
          <p:cNvGrpSpPr/>
          <p:nvPr/>
        </p:nvGrpSpPr>
        <p:grpSpPr>
          <a:xfrm>
            <a:off x="2025281" y="535000"/>
            <a:ext cx="6492300" cy="3749100"/>
            <a:chOff x="1371300" y="742950"/>
            <a:chExt cx="6492300" cy="3749100"/>
          </a:xfrm>
        </p:grpSpPr>
        <p:sp>
          <p:nvSpPr>
            <p:cNvPr id="212" name="Google Shape;212;p14"/>
            <p:cNvSpPr/>
            <p:nvPr/>
          </p:nvSpPr>
          <p:spPr>
            <a:xfrm>
              <a:off x="1462800" y="834450"/>
              <a:ext cx="6400800" cy="36576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13" name="Google Shape;213;p14"/>
            <p:cNvGrpSpPr/>
            <p:nvPr/>
          </p:nvGrpSpPr>
          <p:grpSpPr>
            <a:xfrm>
              <a:off x="1371300" y="742950"/>
              <a:ext cx="6401400" cy="3657600"/>
              <a:chOff x="1371300" y="742950"/>
              <a:chExt cx="6401400" cy="3657600"/>
            </a:xfrm>
          </p:grpSpPr>
          <p:sp>
            <p:nvSpPr>
              <p:cNvPr id="214" name="Google Shape;214;p14"/>
              <p:cNvSpPr/>
              <p:nvPr/>
            </p:nvSpPr>
            <p:spPr>
              <a:xfrm>
                <a:off x="1371300" y="742950"/>
                <a:ext cx="6400800" cy="3657600"/>
              </a:xfrm>
              <a:prstGeom prst="roundRect">
                <a:avLst>
                  <a:gd name="adj" fmla="val 0"/>
                </a:avLst>
              </a:prstGeom>
              <a:solidFill>
                <a:schemeClr val="l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215" name="Google Shape;215;p14"/>
              <p:cNvCxnSpPr/>
              <p:nvPr/>
            </p:nvCxnSpPr>
            <p:spPr>
              <a:xfrm>
                <a:off x="1371300" y="1108650"/>
                <a:ext cx="64014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grpSp>
            <p:nvGrpSpPr>
              <p:cNvPr id="216" name="Google Shape;216;p14"/>
              <p:cNvGrpSpPr/>
              <p:nvPr/>
            </p:nvGrpSpPr>
            <p:grpSpPr>
              <a:xfrm>
                <a:off x="7498200" y="834288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217" name="Google Shape;217;p14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18" name="Google Shape;218;p14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219" name="Google Shape;219;p14"/>
              <p:cNvSpPr/>
              <p:nvPr/>
            </p:nvSpPr>
            <p:spPr>
              <a:xfrm>
                <a:off x="7177950" y="834288"/>
                <a:ext cx="183000" cy="183000"/>
              </a:xfrm>
              <a:prstGeom prst="rect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220" name="Google Shape;220;p14"/>
              <p:cNvCxnSpPr/>
              <p:nvPr/>
            </p:nvCxnSpPr>
            <p:spPr>
              <a:xfrm>
                <a:off x="6827699" y="1017288"/>
                <a:ext cx="2130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221" name="Google Shape;221;p14"/>
          <p:cNvGrpSpPr/>
          <p:nvPr/>
        </p:nvGrpSpPr>
        <p:grpSpPr>
          <a:xfrm>
            <a:off x="1371300" y="742950"/>
            <a:ext cx="6492300" cy="3749100"/>
            <a:chOff x="1371300" y="742950"/>
            <a:chExt cx="6492300" cy="3749100"/>
          </a:xfrm>
        </p:grpSpPr>
        <p:sp>
          <p:nvSpPr>
            <p:cNvPr id="222" name="Google Shape;222;p14"/>
            <p:cNvSpPr/>
            <p:nvPr/>
          </p:nvSpPr>
          <p:spPr>
            <a:xfrm>
              <a:off x="1462800" y="834450"/>
              <a:ext cx="6400800" cy="36576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23" name="Google Shape;223;p14"/>
            <p:cNvGrpSpPr/>
            <p:nvPr/>
          </p:nvGrpSpPr>
          <p:grpSpPr>
            <a:xfrm>
              <a:off x="1371300" y="742950"/>
              <a:ext cx="6401400" cy="3657600"/>
              <a:chOff x="1371300" y="742950"/>
              <a:chExt cx="6401400" cy="3657600"/>
            </a:xfrm>
          </p:grpSpPr>
          <p:sp>
            <p:nvSpPr>
              <p:cNvPr id="224" name="Google Shape;224;p14"/>
              <p:cNvSpPr/>
              <p:nvPr/>
            </p:nvSpPr>
            <p:spPr>
              <a:xfrm>
                <a:off x="1371300" y="742950"/>
                <a:ext cx="6400800" cy="3657600"/>
              </a:xfrm>
              <a:prstGeom prst="roundRect">
                <a:avLst>
                  <a:gd name="adj" fmla="val 0"/>
                </a:avLst>
              </a:prstGeom>
              <a:solidFill>
                <a:schemeClr val="l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225" name="Google Shape;225;p14"/>
              <p:cNvCxnSpPr/>
              <p:nvPr/>
            </p:nvCxnSpPr>
            <p:spPr>
              <a:xfrm>
                <a:off x="1371300" y="1108650"/>
                <a:ext cx="64014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grpSp>
            <p:nvGrpSpPr>
              <p:cNvPr id="226" name="Google Shape;226;p14"/>
              <p:cNvGrpSpPr/>
              <p:nvPr/>
            </p:nvGrpSpPr>
            <p:grpSpPr>
              <a:xfrm>
                <a:off x="7498200" y="834288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227" name="Google Shape;227;p14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28" name="Google Shape;228;p14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229" name="Google Shape;229;p14"/>
              <p:cNvSpPr/>
              <p:nvPr/>
            </p:nvSpPr>
            <p:spPr>
              <a:xfrm>
                <a:off x="7177950" y="834288"/>
                <a:ext cx="183000" cy="183000"/>
              </a:xfrm>
              <a:prstGeom prst="rect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230" name="Google Shape;230;p14"/>
              <p:cNvCxnSpPr/>
              <p:nvPr/>
            </p:nvCxnSpPr>
            <p:spPr>
              <a:xfrm>
                <a:off x="6827699" y="1017288"/>
                <a:ext cx="2130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231" name="Google Shape;231;p14"/>
          <p:cNvSpPr txBox="1">
            <a:spLocks noGrp="1"/>
          </p:cNvSpPr>
          <p:nvPr>
            <p:ph type="title"/>
          </p:nvPr>
        </p:nvSpPr>
        <p:spPr>
          <a:xfrm>
            <a:off x="2286000" y="3293217"/>
            <a:ext cx="4572000" cy="502800"/>
          </a:xfrm>
          <a:prstGeom prst="rect">
            <a:avLst/>
          </a:prstGeom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232" name="Google Shape;232;p14"/>
          <p:cNvSpPr txBox="1">
            <a:spLocks noGrp="1"/>
          </p:cNvSpPr>
          <p:nvPr>
            <p:ph type="subTitle" idx="1"/>
          </p:nvPr>
        </p:nvSpPr>
        <p:spPr>
          <a:xfrm>
            <a:off x="1828800" y="1600317"/>
            <a:ext cx="5486400" cy="13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_ONLY_1"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Google Shape;234;p15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91387" y="1031845"/>
            <a:ext cx="9326879" cy="41691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5" name="Google Shape;235;p15"/>
          <p:cNvGrpSpPr/>
          <p:nvPr/>
        </p:nvGrpSpPr>
        <p:grpSpPr>
          <a:xfrm>
            <a:off x="274200" y="274200"/>
            <a:ext cx="8687100" cy="4686600"/>
            <a:chOff x="274200" y="274200"/>
            <a:chExt cx="8687100" cy="4686600"/>
          </a:xfrm>
        </p:grpSpPr>
        <p:sp>
          <p:nvSpPr>
            <p:cNvPr id="236" name="Google Shape;236;p15"/>
            <p:cNvSpPr/>
            <p:nvPr/>
          </p:nvSpPr>
          <p:spPr>
            <a:xfrm>
              <a:off x="365700" y="365700"/>
              <a:ext cx="8595600" cy="45951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37" name="Google Shape;237;p15"/>
            <p:cNvGrpSpPr/>
            <p:nvPr/>
          </p:nvGrpSpPr>
          <p:grpSpPr>
            <a:xfrm>
              <a:off x="274200" y="274200"/>
              <a:ext cx="8595900" cy="4595100"/>
              <a:chOff x="274200" y="274200"/>
              <a:chExt cx="8595900" cy="4595100"/>
            </a:xfrm>
          </p:grpSpPr>
          <p:grpSp>
            <p:nvGrpSpPr>
              <p:cNvPr id="238" name="Google Shape;238;p15"/>
              <p:cNvGrpSpPr/>
              <p:nvPr/>
            </p:nvGrpSpPr>
            <p:grpSpPr>
              <a:xfrm>
                <a:off x="274200" y="274200"/>
                <a:ext cx="8595900" cy="4595100"/>
                <a:chOff x="274200" y="274200"/>
                <a:chExt cx="8595900" cy="4595100"/>
              </a:xfrm>
            </p:grpSpPr>
            <p:sp>
              <p:nvSpPr>
                <p:cNvPr id="239" name="Google Shape;239;p15"/>
                <p:cNvSpPr/>
                <p:nvPr/>
              </p:nvSpPr>
              <p:spPr>
                <a:xfrm>
                  <a:off x="274200" y="274200"/>
                  <a:ext cx="8595600" cy="4595100"/>
                </a:xfrm>
                <a:prstGeom prst="roundRect">
                  <a:avLst>
                    <a:gd name="adj" fmla="val 0"/>
                  </a:avLst>
                </a:prstGeom>
                <a:solidFill>
                  <a:schemeClr val="lt1"/>
                </a:solidFill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240" name="Google Shape;240;p15"/>
                <p:cNvCxnSpPr/>
                <p:nvPr/>
              </p:nvCxnSpPr>
              <p:spPr>
                <a:xfrm>
                  <a:off x="274200" y="639909"/>
                  <a:ext cx="8595900" cy="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241" name="Google Shape;241;p15"/>
              <p:cNvGrpSpPr/>
              <p:nvPr/>
            </p:nvGrpSpPr>
            <p:grpSpPr>
              <a:xfrm>
                <a:off x="8595300" y="365550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242" name="Google Shape;242;p15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43" name="Google Shape;243;p15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244" name="Google Shape;244;p15"/>
              <p:cNvSpPr/>
              <p:nvPr/>
            </p:nvSpPr>
            <p:spPr>
              <a:xfrm>
                <a:off x="8275200" y="365550"/>
                <a:ext cx="183000" cy="183000"/>
              </a:xfrm>
              <a:prstGeom prst="rect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245" name="Google Shape;245;p15"/>
              <p:cNvCxnSpPr/>
              <p:nvPr/>
            </p:nvCxnSpPr>
            <p:spPr>
              <a:xfrm>
                <a:off x="7925099" y="548550"/>
                <a:ext cx="2130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246" name="Google Shape;246;p15"/>
          <p:cNvSpPr txBox="1">
            <a:spLocks noGrp="1"/>
          </p:cNvSpPr>
          <p:nvPr>
            <p:ph type="title"/>
          </p:nvPr>
        </p:nvSpPr>
        <p:spPr>
          <a:xfrm>
            <a:off x="715125" y="731525"/>
            <a:ext cx="7713900" cy="68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TITLE_AND_TWO_COLUMNS_1"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2" name="Google Shape;262;p17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91387" y="1031845"/>
            <a:ext cx="9326879" cy="41691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3" name="Google Shape;263;p17"/>
          <p:cNvGrpSpPr/>
          <p:nvPr/>
        </p:nvGrpSpPr>
        <p:grpSpPr>
          <a:xfrm>
            <a:off x="274200" y="274200"/>
            <a:ext cx="8687100" cy="4686600"/>
            <a:chOff x="274200" y="274200"/>
            <a:chExt cx="8687100" cy="4686600"/>
          </a:xfrm>
        </p:grpSpPr>
        <p:sp>
          <p:nvSpPr>
            <p:cNvPr id="264" name="Google Shape;264;p17"/>
            <p:cNvSpPr/>
            <p:nvPr/>
          </p:nvSpPr>
          <p:spPr>
            <a:xfrm>
              <a:off x="365700" y="365700"/>
              <a:ext cx="8595600" cy="45951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65" name="Google Shape;265;p17"/>
            <p:cNvGrpSpPr/>
            <p:nvPr/>
          </p:nvGrpSpPr>
          <p:grpSpPr>
            <a:xfrm>
              <a:off x="274200" y="274200"/>
              <a:ext cx="8595900" cy="4595100"/>
              <a:chOff x="274200" y="274200"/>
              <a:chExt cx="8595900" cy="4595100"/>
            </a:xfrm>
          </p:grpSpPr>
          <p:grpSp>
            <p:nvGrpSpPr>
              <p:cNvPr id="266" name="Google Shape;266;p17"/>
              <p:cNvGrpSpPr/>
              <p:nvPr/>
            </p:nvGrpSpPr>
            <p:grpSpPr>
              <a:xfrm>
                <a:off x="274200" y="274200"/>
                <a:ext cx="8595900" cy="4595100"/>
                <a:chOff x="274200" y="274200"/>
                <a:chExt cx="8595900" cy="4595100"/>
              </a:xfrm>
            </p:grpSpPr>
            <p:sp>
              <p:nvSpPr>
                <p:cNvPr id="267" name="Google Shape;267;p17"/>
                <p:cNvSpPr/>
                <p:nvPr/>
              </p:nvSpPr>
              <p:spPr>
                <a:xfrm>
                  <a:off x="274200" y="274200"/>
                  <a:ext cx="8595600" cy="4595100"/>
                </a:xfrm>
                <a:prstGeom prst="roundRect">
                  <a:avLst>
                    <a:gd name="adj" fmla="val 0"/>
                  </a:avLst>
                </a:prstGeom>
                <a:solidFill>
                  <a:schemeClr val="lt1"/>
                </a:solidFill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268" name="Google Shape;268;p17"/>
                <p:cNvCxnSpPr/>
                <p:nvPr/>
              </p:nvCxnSpPr>
              <p:spPr>
                <a:xfrm>
                  <a:off x="274200" y="639909"/>
                  <a:ext cx="8595900" cy="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269" name="Google Shape;269;p17"/>
              <p:cNvGrpSpPr/>
              <p:nvPr/>
            </p:nvGrpSpPr>
            <p:grpSpPr>
              <a:xfrm>
                <a:off x="8595300" y="365550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270" name="Google Shape;270;p17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71" name="Google Shape;271;p17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272" name="Google Shape;272;p17"/>
              <p:cNvSpPr/>
              <p:nvPr/>
            </p:nvSpPr>
            <p:spPr>
              <a:xfrm>
                <a:off x="8275200" y="365550"/>
                <a:ext cx="183000" cy="183000"/>
              </a:xfrm>
              <a:prstGeom prst="rect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273" name="Google Shape;273;p17"/>
              <p:cNvCxnSpPr/>
              <p:nvPr/>
            </p:nvCxnSpPr>
            <p:spPr>
              <a:xfrm>
                <a:off x="7925099" y="548550"/>
                <a:ext cx="2130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274" name="Google Shape;274;p17"/>
          <p:cNvSpPr txBox="1">
            <a:spLocks noGrp="1"/>
          </p:cNvSpPr>
          <p:nvPr>
            <p:ph type="subTitle" idx="1"/>
          </p:nvPr>
        </p:nvSpPr>
        <p:spPr>
          <a:xfrm>
            <a:off x="714325" y="2754900"/>
            <a:ext cx="3674700" cy="9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5" name="Google Shape;275;p17"/>
          <p:cNvSpPr txBox="1">
            <a:spLocks noGrp="1"/>
          </p:cNvSpPr>
          <p:nvPr>
            <p:ph type="title"/>
          </p:nvPr>
        </p:nvSpPr>
        <p:spPr>
          <a:xfrm>
            <a:off x="714325" y="731400"/>
            <a:ext cx="3674700" cy="184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R="91440"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76" name="Google Shape;276;p17"/>
          <p:cNvSpPr>
            <a:spLocks noGrp="1"/>
          </p:cNvSpPr>
          <p:nvPr>
            <p:ph type="pic" idx="2"/>
          </p:nvPr>
        </p:nvSpPr>
        <p:spPr>
          <a:xfrm>
            <a:off x="4769625" y="1271375"/>
            <a:ext cx="3644400" cy="32178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BLANK_1_1_1_2"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8" name="Google Shape;278;p18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91387" y="1031845"/>
            <a:ext cx="9326879" cy="41691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9" name="Google Shape;279;p18"/>
          <p:cNvGrpSpPr/>
          <p:nvPr/>
        </p:nvGrpSpPr>
        <p:grpSpPr>
          <a:xfrm>
            <a:off x="274200" y="274200"/>
            <a:ext cx="8687100" cy="4686600"/>
            <a:chOff x="274200" y="274200"/>
            <a:chExt cx="8687100" cy="4686600"/>
          </a:xfrm>
        </p:grpSpPr>
        <p:sp>
          <p:nvSpPr>
            <p:cNvPr id="280" name="Google Shape;280;p18"/>
            <p:cNvSpPr/>
            <p:nvPr/>
          </p:nvSpPr>
          <p:spPr>
            <a:xfrm>
              <a:off x="365700" y="365700"/>
              <a:ext cx="8595600" cy="45951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81" name="Google Shape;281;p18"/>
            <p:cNvGrpSpPr/>
            <p:nvPr/>
          </p:nvGrpSpPr>
          <p:grpSpPr>
            <a:xfrm>
              <a:off x="274200" y="274200"/>
              <a:ext cx="8595900" cy="4595100"/>
              <a:chOff x="274200" y="274200"/>
              <a:chExt cx="8595900" cy="4595100"/>
            </a:xfrm>
          </p:grpSpPr>
          <p:grpSp>
            <p:nvGrpSpPr>
              <p:cNvPr id="282" name="Google Shape;282;p18"/>
              <p:cNvGrpSpPr/>
              <p:nvPr/>
            </p:nvGrpSpPr>
            <p:grpSpPr>
              <a:xfrm>
                <a:off x="274200" y="274200"/>
                <a:ext cx="8595900" cy="4595100"/>
                <a:chOff x="274200" y="274200"/>
                <a:chExt cx="8595900" cy="4595100"/>
              </a:xfrm>
            </p:grpSpPr>
            <p:sp>
              <p:nvSpPr>
                <p:cNvPr id="283" name="Google Shape;283;p18"/>
                <p:cNvSpPr/>
                <p:nvPr/>
              </p:nvSpPr>
              <p:spPr>
                <a:xfrm>
                  <a:off x="274200" y="274200"/>
                  <a:ext cx="8595600" cy="4595100"/>
                </a:xfrm>
                <a:prstGeom prst="roundRect">
                  <a:avLst>
                    <a:gd name="adj" fmla="val 0"/>
                  </a:avLst>
                </a:prstGeom>
                <a:solidFill>
                  <a:schemeClr val="lt1"/>
                </a:solidFill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284" name="Google Shape;284;p18"/>
                <p:cNvCxnSpPr/>
                <p:nvPr/>
              </p:nvCxnSpPr>
              <p:spPr>
                <a:xfrm>
                  <a:off x="274200" y="639909"/>
                  <a:ext cx="8595900" cy="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285" name="Google Shape;285;p18"/>
              <p:cNvGrpSpPr/>
              <p:nvPr/>
            </p:nvGrpSpPr>
            <p:grpSpPr>
              <a:xfrm>
                <a:off x="8595300" y="365550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286" name="Google Shape;286;p18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87" name="Google Shape;287;p18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288" name="Google Shape;288;p18"/>
              <p:cNvSpPr/>
              <p:nvPr/>
            </p:nvSpPr>
            <p:spPr>
              <a:xfrm>
                <a:off x="8275200" y="365550"/>
                <a:ext cx="183000" cy="183000"/>
              </a:xfrm>
              <a:prstGeom prst="rect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289" name="Google Shape;289;p18"/>
              <p:cNvCxnSpPr/>
              <p:nvPr/>
            </p:nvCxnSpPr>
            <p:spPr>
              <a:xfrm>
                <a:off x="7925099" y="548550"/>
                <a:ext cx="2130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290" name="Google Shape;290;p18"/>
          <p:cNvSpPr txBox="1">
            <a:spLocks noGrp="1"/>
          </p:cNvSpPr>
          <p:nvPr>
            <p:ph type="title"/>
          </p:nvPr>
        </p:nvSpPr>
        <p:spPr>
          <a:xfrm>
            <a:off x="713232" y="731520"/>
            <a:ext cx="7717500" cy="68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91" name="Google Shape;291;p18"/>
          <p:cNvSpPr txBox="1">
            <a:spLocks noGrp="1"/>
          </p:cNvSpPr>
          <p:nvPr>
            <p:ph type="subTitle" idx="1"/>
          </p:nvPr>
        </p:nvSpPr>
        <p:spPr>
          <a:xfrm>
            <a:off x="780350" y="2571436"/>
            <a:ext cx="2197200" cy="54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92" name="Google Shape;292;p18"/>
          <p:cNvSpPr txBox="1">
            <a:spLocks noGrp="1"/>
          </p:cNvSpPr>
          <p:nvPr>
            <p:ph type="subTitle" idx="2"/>
          </p:nvPr>
        </p:nvSpPr>
        <p:spPr>
          <a:xfrm>
            <a:off x="781700" y="3053825"/>
            <a:ext cx="2194500" cy="118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3" name="Google Shape;293;p18"/>
          <p:cNvSpPr txBox="1">
            <a:spLocks noGrp="1"/>
          </p:cNvSpPr>
          <p:nvPr>
            <p:ph type="subTitle" idx="3"/>
          </p:nvPr>
        </p:nvSpPr>
        <p:spPr>
          <a:xfrm>
            <a:off x="3474800" y="3053825"/>
            <a:ext cx="2194500" cy="118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4" name="Google Shape;294;p18"/>
          <p:cNvSpPr txBox="1">
            <a:spLocks noGrp="1"/>
          </p:cNvSpPr>
          <p:nvPr>
            <p:ph type="subTitle" idx="4"/>
          </p:nvPr>
        </p:nvSpPr>
        <p:spPr>
          <a:xfrm>
            <a:off x="6167776" y="3053833"/>
            <a:ext cx="2194500" cy="118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5" name="Google Shape;295;p18"/>
          <p:cNvSpPr txBox="1">
            <a:spLocks noGrp="1"/>
          </p:cNvSpPr>
          <p:nvPr>
            <p:ph type="subTitle" idx="5"/>
          </p:nvPr>
        </p:nvSpPr>
        <p:spPr>
          <a:xfrm>
            <a:off x="3474800" y="2571425"/>
            <a:ext cx="2194500" cy="54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96" name="Google Shape;296;p18"/>
          <p:cNvSpPr txBox="1">
            <a:spLocks noGrp="1"/>
          </p:cNvSpPr>
          <p:nvPr>
            <p:ph type="subTitle" idx="6"/>
          </p:nvPr>
        </p:nvSpPr>
        <p:spPr>
          <a:xfrm>
            <a:off x="6167776" y="2571426"/>
            <a:ext cx="2194500" cy="54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BLANK_1_1_1_2_1"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8" name="Google Shape;298;p19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91387" y="1031845"/>
            <a:ext cx="9326879" cy="41691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9" name="Google Shape;299;p19"/>
          <p:cNvGrpSpPr/>
          <p:nvPr/>
        </p:nvGrpSpPr>
        <p:grpSpPr>
          <a:xfrm>
            <a:off x="274200" y="274200"/>
            <a:ext cx="8687100" cy="4686600"/>
            <a:chOff x="274200" y="274200"/>
            <a:chExt cx="8687100" cy="4686600"/>
          </a:xfrm>
        </p:grpSpPr>
        <p:sp>
          <p:nvSpPr>
            <p:cNvPr id="300" name="Google Shape;300;p19"/>
            <p:cNvSpPr/>
            <p:nvPr/>
          </p:nvSpPr>
          <p:spPr>
            <a:xfrm>
              <a:off x="365700" y="365700"/>
              <a:ext cx="8595600" cy="45951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01" name="Google Shape;301;p19"/>
            <p:cNvGrpSpPr/>
            <p:nvPr/>
          </p:nvGrpSpPr>
          <p:grpSpPr>
            <a:xfrm>
              <a:off x="274200" y="274200"/>
              <a:ext cx="8595900" cy="4595100"/>
              <a:chOff x="274200" y="274200"/>
              <a:chExt cx="8595900" cy="4595100"/>
            </a:xfrm>
          </p:grpSpPr>
          <p:grpSp>
            <p:nvGrpSpPr>
              <p:cNvPr id="302" name="Google Shape;302;p19"/>
              <p:cNvGrpSpPr/>
              <p:nvPr/>
            </p:nvGrpSpPr>
            <p:grpSpPr>
              <a:xfrm>
                <a:off x="274200" y="274200"/>
                <a:ext cx="8595900" cy="4595100"/>
                <a:chOff x="274200" y="274200"/>
                <a:chExt cx="8595900" cy="4595100"/>
              </a:xfrm>
            </p:grpSpPr>
            <p:sp>
              <p:nvSpPr>
                <p:cNvPr id="303" name="Google Shape;303;p19"/>
                <p:cNvSpPr/>
                <p:nvPr/>
              </p:nvSpPr>
              <p:spPr>
                <a:xfrm>
                  <a:off x="274200" y="274200"/>
                  <a:ext cx="8595600" cy="4595100"/>
                </a:xfrm>
                <a:prstGeom prst="roundRect">
                  <a:avLst>
                    <a:gd name="adj" fmla="val 0"/>
                  </a:avLst>
                </a:prstGeom>
                <a:solidFill>
                  <a:schemeClr val="lt1"/>
                </a:solidFill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304" name="Google Shape;304;p19"/>
                <p:cNvCxnSpPr/>
                <p:nvPr/>
              </p:nvCxnSpPr>
              <p:spPr>
                <a:xfrm>
                  <a:off x="274200" y="639909"/>
                  <a:ext cx="8595900" cy="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305" name="Google Shape;305;p19"/>
              <p:cNvGrpSpPr/>
              <p:nvPr/>
            </p:nvGrpSpPr>
            <p:grpSpPr>
              <a:xfrm>
                <a:off x="8595300" y="365550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306" name="Google Shape;306;p19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07" name="Google Shape;307;p19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308" name="Google Shape;308;p19"/>
              <p:cNvSpPr/>
              <p:nvPr/>
            </p:nvSpPr>
            <p:spPr>
              <a:xfrm>
                <a:off x="8275200" y="365550"/>
                <a:ext cx="183000" cy="183000"/>
              </a:xfrm>
              <a:prstGeom prst="rect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309" name="Google Shape;309;p19"/>
              <p:cNvCxnSpPr/>
              <p:nvPr/>
            </p:nvCxnSpPr>
            <p:spPr>
              <a:xfrm>
                <a:off x="7925099" y="548550"/>
                <a:ext cx="2130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310" name="Google Shape;310;p19"/>
          <p:cNvSpPr txBox="1">
            <a:spLocks noGrp="1"/>
          </p:cNvSpPr>
          <p:nvPr>
            <p:ph type="title"/>
          </p:nvPr>
        </p:nvSpPr>
        <p:spPr>
          <a:xfrm>
            <a:off x="715100" y="731525"/>
            <a:ext cx="7715700" cy="68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11" name="Google Shape;311;p19"/>
          <p:cNvSpPr txBox="1">
            <a:spLocks noGrp="1"/>
          </p:cNvSpPr>
          <p:nvPr>
            <p:ph type="subTitle" idx="1"/>
          </p:nvPr>
        </p:nvSpPr>
        <p:spPr>
          <a:xfrm>
            <a:off x="3408500" y="2103624"/>
            <a:ext cx="5020200" cy="502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12" name="Google Shape;312;p19"/>
          <p:cNvSpPr txBox="1">
            <a:spLocks noGrp="1"/>
          </p:cNvSpPr>
          <p:nvPr>
            <p:ph type="subTitle" idx="2"/>
          </p:nvPr>
        </p:nvSpPr>
        <p:spPr>
          <a:xfrm>
            <a:off x="3408500" y="3104632"/>
            <a:ext cx="5020200" cy="502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13" name="Google Shape;313;p19"/>
          <p:cNvSpPr txBox="1">
            <a:spLocks noGrp="1"/>
          </p:cNvSpPr>
          <p:nvPr>
            <p:ph type="subTitle" idx="3"/>
          </p:nvPr>
        </p:nvSpPr>
        <p:spPr>
          <a:xfrm>
            <a:off x="3408200" y="4105448"/>
            <a:ext cx="5020800" cy="502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14" name="Google Shape;314;p19"/>
          <p:cNvSpPr txBox="1">
            <a:spLocks noGrp="1"/>
          </p:cNvSpPr>
          <p:nvPr>
            <p:ph type="subTitle" idx="4"/>
          </p:nvPr>
        </p:nvSpPr>
        <p:spPr>
          <a:xfrm>
            <a:off x="3408500" y="1600325"/>
            <a:ext cx="5020200" cy="59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5" name="Google Shape;315;p19"/>
          <p:cNvSpPr txBox="1">
            <a:spLocks noGrp="1"/>
          </p:cNvSpPr>
          <p:nvPr>
            <p:ph type="subTitle" idx="5"/>
          </p:nvPr>
        </p:nvSpPr>
        <p:spPr>
          <a:xfrm>
            <a:off x="3408500" y="2601333"/>
            <a:ext cx="5020200" cy="59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6" name="Google Shape;316;p19"/>
          <p:cNvSpPr txBox="1">
            <a:spLocks noGrp="1"/>
          </p:cNvSpPr>
          <p:nvPr>
            <p:ph type="subTitle" idx="6"/>
          </p:nvPr>
        </p:nvSpPr>
        <p:spPr>
          <a:xfrm>
            <a:off x="3408200" y="3602149"/>
            <a:ext cx="5020800" cy="59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BLANK_1_1_1_1"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8" name="Google Shape;318;p20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91387" y="1031845"/>
            <a:ext cx="9326879" cy="41691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9" name="Google Shape;319;p20"/>
          <p:cNvGrpSpPr/>
          <p:nvPr/>
        </p:nvGrpSpPr>
        <p:grpSpPr>
          <a:xfrm>
            <a:off x="274200" y="274200"/>
            <a:ext cx="8687100" cy="4686600"/>
            <a:chOff x="274200" y="274200"/>
            <a:chExt cx="8687100" cy="4686600"/>
          </a:xfrm>
        </p:grpSpPr>
        <p:sp>
          <p:nvSpPr>
            <p:cNvPr id="320" name="Google Shape;320;p20"/>
            <p:cNvSpPr/>
            <p:nvPr/>
          </p:nvSpPr>
          <p:spPr>
            <a:xfrm>
              <a:off x="365700" y="365700"/>
              <a:ext cx="8595600" cy="45951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21" name="Google Shape;321;p20"/>
            <p:cNvGrpSpPr/>
            <p:nvPr/>
          </p:nvGrpSpPr>
          <p:grpSpPr>
            <a:xfrm>
              <a:off x="274200" y="274200"/>
              <a:ext cx="8595900" cy="4595100"/>
              <a:chOff x="274200" y="274200"/>
              <a:chExt cx="8595900" cy="4595100"/>
            </a:xfrm>
          </p:grpSpPr>
          <p:grpSp>
            <p:nvGrpSpPr>
              <p:cNvPr id="322" name="Google Shape;322;p20"/>
              <p:cNvGrpSpPr/>
              <p:nvPr/>
            </p:nvGrpSpPr>
            <p:grpSpPr>
              <a:xfrm>
                <a:off x="274200" y="274200"/>
                <a:ext cx="8595900" cy="4595100"/>
                <a:chOff x="274200" y="274200"/>
                <a:chExt cx="8595900" cy="4595100"/>
              </a:xfrm>
            </p:grpSpPr>
            <p:sp>
              <p:nvSpPr>
                <p:cNvPr id="323" name="Google Shape;323;p20"/>
                <p:cNvSpPr/>
                <p:nvPr/>
              </p:nvSpPr>
              <p:spPr>
                <a:xfrm>
                  <a:off x="274200" y="274200"/>
                  <a:ext cx="8595600" cy="4595100"/>
                </a:xfrm>
                <a:prstGeom prst="roundRect">
                  <a:avLst>
                    <a:gd name="adj" fmla="val 0"/>
                  </a:avLst>
                </a:prstGeom>
                <a:solidFill>
                  <a:schemeClr val="lt1"/>
                </a:solidFill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324" name="Google Shape;324;p20"/>
                <p:cNvCxnSpPr/>
                <p:nvPr/>
              </p:nvCxnSpPr>
              <p:spPr>
                <a:xfrm>
                  <a:off x="274200" y="639909"/>
                  <a:ext cx="8595900" cy="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325" name="Google Shape;325;p20"/>
              <p:cNvGrpSpPr/>
              <p:nvPr/>
            </p:nvGrpSpPr>
            <p:grpSpPr>
              <a:xfrm>
                <a:off x="8595300" y="365550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326" name="Google Shape;326;p20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27" name="Google Shape;327;p20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328" name="Google Shape;328;p20"/>
              <p:cNvSpPr/>
              <p:nvPr/>
            </p:nvSpPr>
            <p:spPr>
              <a:xfrm>
                <a:off x="8275200" y="365550"/>
                <a:ext cx="183000" cy="183000"/>
              </a:xfrm>
              <a:prstGeom prst="rect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329" name="Google Shape;329;p20"/>
              <p:cNvCxnSpPr/>
              <p:nvPr/>
            </p:nvCxnSpPr>
            <p:spPr>
              <a:xfrm>
                <a:off x="7925099" y="548550"/>
                <a:ext cx="2130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330" name="Google Shape;330;p20"/>
          <p:cNvSpPr txBox="1">
            <a:spLocks noGrp="1"/>
          </p:cNvSpPr>
          <p:nvPr>
            <p:ph type="title"/>
          </p:nvPr>
        </p:nvSpPr>
        <p:spPr>
          <a:xfrm>
            <a:off x="715100" y="731400"/>
            <a:ext cx="7713900" cy="68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31" name="Google Shape;331;p20"/>
          <p:cNvSpPr txBox="1">
            <a:spLocks noGrp="1"/>
          </p:cNvSpPr>
          <p:nvPr>
            <p:ph type="subTitle" idx="1"/>
          </p:nvPr>
        </p:nvSpPr>
        <p:spPr>
          <a:xfrm>
            <a:off x="5918599" y="3396625"/>
            <a:ext cx="2377500" cy="54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32" name="Google Shape;332;p20"/>
          <p:cNvSpPr txBox="1">
            <a:spLocks noGrp="1"/>
          </p:cNvSpPr>
          <p:nvPr>
            <p:ph type="subTitle" idx="2"/>
          </p:nvPr>
        </p:nvSpPr>
        <p:spPr>
          <a:xfrm>
            <a:off x="5918599" y="3855625"/>
            <a:ext cx="2377500" cy="640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3" name="Google Shape;333;p20"/>
          <p:cNvSpPr txBox="1">
            <a:spLocks noGrp="1"/>
          </p:cNvSpPr>
          <p:nvPr>
            <p:ph type="subTitle" idx="3"/>
          </p:nvPr>
        </p:nvSpPr>
        <p:spPr>
          <a:xfrm>
            <a:off x="1878800" y="2263125"/>
            <a:ext cx="2377500" cy="640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4" name="Google Shape;334;p20"/>
          <p:cNvSpPr txBox="1">
            <a:spLocks noGrp="1"/>
          </p:cNvSpPr>
          <p:nvPr>
            <p:ph type="subTitle" idx="4"/>
          </p:nvPr>
        </p:nvSpPr>
        <p:spPr>
          <a:xfrm>
            <a:off x="1878800" y="3855634"/>
            <a:ext cx="2377500" cy="640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5" name="Google Shape;335;p20"/>
          <p:cNvSpPr txBox="1">
            <a:spLocks noGrp="1"/>
          </p:cNvSpPr>
          <p:nvPr>
            <p:ph type="subTitle" idx="5"/>
          </p:nvPr>
        </p:nvSpPr>
        <p:spPr>
          <a:xfrm>
            <a:off x="5918599" y="2260100"/>
            <a:ext cx="2377500" cy="640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6" name="Google Shape;336;p20"/>
          <p:cNvSpPr txBox="1">
            <a:spLocks noGrp="1"/>
          </p:cNvSpPr>
          <p:nvPr>
            <p:ph type="subTitle" idx="6"/>
          </p:nvPr>
        </p:nvSpPr>
        <p:spPr>
          <a:xfrm>
            <a:off x="1878800" y="3396625"/>
            <a:ext cx="2377500" cy="54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37" name="Google Shape;337;p20"/>
          <p:cNvSpPr txBox="1">
            <a:spLocks noGrp="1"/>
          </p:cNvSpPr>
          <p:nvPr>
            <p:ph type="subTitle" idx="7"/>
          </p:nvPr>
        </p:nvSpPr>
        <p:spPr>
          <a:xfrm>
            <a:off x="1878800" y="1801544"/>
            <a:ext cx="2377500" cy="54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38" name="Google Shape;338;p20"/>
          <p:cNvSpPr txBox="1">
            <a:spLocks noGrp="1"/>
          </p:cNvSpPr>
          <p:nvPr>
            <p:ph type="subTitle" idx="8"/>
          </p:nvPr>
        </p:nvSpPr>
        <p:spPr>
          <a:xfrm>
            <a:off x="5918599" y="1804550"/>
            <a:ext cx="2377500" cy="54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BLANK_1_1_1_1_1"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0" name="Google Shape;340;p21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91387" y="1031845"/>
            <a:ext cx="9326879" cy="41691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41" name="Google Shape;341;p21"/>
          <p:cNvGrpSpPr/>
          <p:nvPr/>
        </p:nvGrpSpPr>
        <p:grpSpPr>
          <a:xfrm>
            <a:off x="274200" y="274200"/>
            <a:ext cx="8687100" cy="4686600"/>
            <a:chOff x="274200" y="274200"/>
            <a:chExt cx="8687100" cy="4686600"/>
          </a:xfrm>
        </p:grpSpPr>
        <p:sp>
          <p:nvSpPr>
            <p:cNvPr id="342" name="Google Shape;342;p21"/>
            <p:cNvSpPr/>
            <p:nvPr/>
          </p:nvSpPr>
          <p:spPr>
            <a:xfrm>
              <a:off x="365700" y="365700"/>
              <a:ext cx="8595600" cy="45951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43" name="Google Shape;343;p21"/>
            <p:cNvGrpSpPr/>
            <p:nvPr/>
          </p:nvGrpSpPr>
          <p:grpSpPr>
            <a:xfrm>
              <a:off x="274200" y="274200"/>
              <a:ext cx="8595900" cy="4595100"/>
              <a:chOff x="274200" y="274200"/>
              <a:chExt cx="8595900" cy="4595100"/>
            </a:xfrm>
          </p:grpSpPr>
          <p:grpSp>
            <p:nvGrpSpPr>
              <p:cNvPr id="344" name="Google Shape;344;p21"/>
              <p:cNvGrpSpPr/>
              <p:nvPr/>
            </p:nvGrpSpPr>
            <p:grpSpPr>
              <a:xfrm>
                <a:off x="274200" y="274200"/>
                <a:ext cx="8595900" cy="4595100"/>
                <a:chOff x="274200" y="274200"/>
                <a:chExt cx="8595900" cy="4595100"/>
              </a:xfrm>
            </p:grpSpPr>
            <p:sp>
              <p:nvSpPr>
                <p:cNvPr id="345" name="Google Shape;345;p21"/>
                <p:cNvSpPr/>
                <p:nvPr/>
              </p:nvSpPr>
              <p:spPr>
                <a:xfrm>
                  <a:off x="274200" y="274200"/>
                  <a:ext cx="8595600" cy="4595100"/>
                </a:xfrm>
                <a:prstGeom prst="roundRect">
                  <a:avLst>
                    <a:gd name="adj" fmla="val 0"/>
                  </a:avLst>
                </a:prstGeom>
                <a:solidFill>
                  <a:schemeClr val="lt1"/>
                </a:solidFill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346" name="Google Shape;346;p21"/>
                <p:cNvCxnSpPr/>
                <p:nvPr/>
              </p:nvCxnSpPr>
              <p:spPr>
                <a:xfrm>
                  <a:off x="274200" y="639909"/>
                  <a:ext cx="8595900" cy="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347" name="Google Shape;347;p21"/>
              <p:cNvGrpSpPr/>
              <p:nvPr/>
            </p:nvGrpSpPr>
            <p:grpSpPr>
              <a:xfrm>
                <a:off x="8595300" y="365550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348" name="Google Shape;348;p21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49" name="Google Shape;349;p21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350" name="Google Shape;350;p21"/>
              <p:cNvSpPr/>
              <p:nvPr/>
            </p:nvSpPr>
            <p:spPr>
              <a:xfrm>
                <a:off x="8275200" y="365550"/>
                <a:ext cx="183000" cy="183000"/>
              </a:xfrm>
              <a:prstGeom prst="rect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351" name="Google Shape;351;p21"/>
              <p:cNvCxnSpPr/>
              <p:nvPr/>
            </p:nvCxnSpPr>
            <p:spPr>
              <a:xfrm>
                <a:off x="7925099" y="548550"/>
                <a:ext cx="2130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352" name="Google Shape;352;p21"/>
          <p:cNvSpPr txBox="1">
            <a:spLocks noGrp="1"/>
          </p:cNvSpPr>
          <p:nvPr>
            <p:ph type="title"/>
          </p:nvPr>
        </p:nvSpPr>
        <p:spPr>
          <a:xfrm>
            <a:off x="715100" y="731525"/>
            <a:ext cx="7713900" cy="68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53" name="Google Shape;353;p21"/>
          <p:cNvSpPr txBox="1">
            <a:spLocks noGrp="1"/>
          </p:cNvSpPr>
          <p:nvPr>
            <p:ph type="subTitle" idx="1"/>
          </p:nvPr>
        </p:nvSpPr>
        <p:spPr>
          <a:xfrm>
            <a:off x="3474800" y="2261076"/>
            <a:ext cx="2194500" cy="640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4" name="Google Shape;354;p21"/>
          <p:cNvSpPr txBox="1">
            <a:spLocks noGrp="1"/>
          </p:cNvSpPr>
          <p:nvPr>
            <p:ph type="subTitle" idx="2"/>
          </p:nvPr>
        </p:nvSpPr>
        <p:spPr>
          <a:xfrm>
            <a:off x="6166650" y="2261076"/>
            <a:ext cx="2194500" cy="640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5" name="Google Shape;355;p21"/>
          <p:cNvSpPr txBox="1">
            <a:spLocks noGrp="1"/>
          </p:cNvSpPr>
          <p:nvPr>
            <p:ph type="subTitle" idx="3"/>
          </p:nvPr>
        </p:nvSpPr>
        <p:spPr>
          <a:xfrm>
            <a:off x="3474308" y="3853932"/>
            <a:ext cx="2194500" cy="640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6" name="Google Shape;356;p21"/>
          <p:cNvSpPr txBox="1">
            <a:spLocks noGrp="1"/>
          </p:cNvSpPr>
          <p:nvPr>
            <p:ph type="subTitle" idx="4"/>
          </p:nvPr>
        </p:nvSpPr>
        <p:spPr>
          <a:xfrm>
            <a:off x="781538" y="2261076"/>
            <a:ext cx="2194500" cy="640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7" name="Google Shape;357;p21"/>
          <p:cNvSpPr txBox="1">
            <a:spLocks noGrp="1"/>
          </p:cNvSpPr>
          <p:nvPr>
            <p:ph type="subTitle" idx="5"/>
          </p:nvPr>
        </p:nvSpPr>
        <p:spPr>
          <a:xfrm>
            <a:off x="781548" y="3853932"/>
            <a:ext cx="2194500" cy="640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8" name="Google Shape;358;p21"/>
          <p:cNvSpPr txBox="1">
            <a:spLocks noGrp="1"/>
          </p:cNvSpPr>
          <p:nvPr>
            <p:ph type="subTitle" idx="6"/>
          </p:nvPr>
        </p:nvSpPr>
        <p:spPr>
          <a:xfrm>
            <a:off x="6168018" y="3853932"/>
            <a:ext cx="2194500" cy="640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9" name="Google Shape;359;p21"/>
          <p:cNvSpPr txBox="1">
            <a:spLocks noGrp="1"/>
          </p:cNvSpPr>
          <p:nvPr>
            <p:ph type="subTitle" idx="7"/>
          </p:nvPr>
        </p:nvSpPr>
        <p:spPr>
          <a:xfrm>
            <a:off x="3474750" y="1803550"/>
            <a:ext cx="2194500" cy="54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60" name="Google Shape;360;p21"/>
          <p:cNvSpPr txBox="1">
            <a:spLocks noGrp="1"/>
          </p:cNvSpPr>
          <p:nvPr>
            <p:ph type="subTitle" idx="8"/>
          </p:nvPr>
        </p:nvSpPr>
        <p:spPr>
          <a:xfrm>
            <a:off x="6166650" y="1803550"/>
            <a:ext cx="2194500" cy="54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61" name="Google Shape;361;p21"/>
          <p:cNvSpPr txBox="1">
            <a:spLocks noGrp="1"/>
          </p:cNvSpPr>
          <p:nvPr>
            <p:ph type="subTitle" idx="9"/>
          </p:nvPr>
        </p:nvSpPr>
        <p:spPr>
          <a:xfrm>
            <a:off x="3475767" y="3401300"/>
            <a:ext cx="2192700" cy="54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62" name="Google Shape;362;p21"/>
          <p:cNvSpPr txBox="1">
            <a:spLocks noGrp="1"/>
          </p:cNvSpPr>
          <p:nvPr>
            <p:ph type="subTitle" idx="13"/>
          </p:nvPr>
        </p:nvSpPr>
        <p:spPr>
          <a:xfrm>
            <a:off x="781538" y="1803550"/>
            <a:ext cx="2194500" cy="54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63" name="Google Shape;363;p21"/>
          <p:cNvSpPr txBox="1">
            <a:spLocks noGrp="1"/>
          </p:cNvSpPr>
          <p:nvPr>
            <p:ph type="subTitle" idx="14"/>
          </p:nvPr>
        </p:nvSpPr>
        <p:spPr>
          <a:xfrm>
            <a:off x="781552" y="3401312"/>
            <a:ext cx="2194500" cy="54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64" name="Google Shape;364;p21"/>
          <p:cNvSpPr txBox="1">
            <a:spLocks noGrp="1"/>
          </p:cNvSpPr>
          <p:nvPr>
            <p:ph type="subTitle" idx="15"/>
          </p:nvPr>
        </p:nvSpPr>
        <p:spPr>
          <a:xfrm>
            <a:off x="6168018" y="3401300"/>
            <a:ext cx="2194500" cy="54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BLANK_1_1_1_1_1_1"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6" name="Google Shape;366;p22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91387" y="1031845"/>
            <a:ext cx="9326879" cy="41691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67" name="Google Shape;367;p22"/>
          <p:cNvGrpSpPr/>
          <p:nvPr/>
        </p:nvGrpSpPr>
        <p:grpSpPr>
          <a:xfrm>
            <a:off x="274200" y="274200"/>
            <a:ext cx="8687100" cy="4686600"/>
            <a:chOff x="274200" y="274200"/>
            <a:chExt cx="8687100" cy="4686600"/>
          </a:xfrm>
        </p:grpSpPr>
        <p:sp>
          <p:nvSpPr>
            <p:cNvPr id="368" name="Google Shape;368;p22"/>
            <p:cNvSpPr/>
            <p:nvPr/>
          </p:nvSpPr>
          <p:spPr>
            <a:xfrm>
              <a:off x="365700" y="365700"/>
              <a:ext cx="8595600" cy="45951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69" name="Google Shape;369;p22"/>
            <p:cNvGrpSpPr/>
            <p:nvPr/>
          </p:nvGrpSpPr>
          <p:grpSpPr>
            <a:xfrm>
              <a:off x="274200" y="274200"/>
              <a:ext cx="8595900" cy="4595100"/>
              <a:chOff x="274200" y="274200"/>
              <a:chExt cx="8595900" cy="4595100"/>
            </a:xfrm>
          </p:grpSpPr>
          <p:grpSp>
            <p:nvGrpSpPr>
              <p:cNvPr id="370" name="Google Shape;370;p22"/>
              <p:cNvGrpSpPr/>
              <p:nvPr/>
            </p:nvGrpSpPr>
            <p:grpSpPr>
              <a:xfrm>
                <a:off x="274200" y="274200"/>
                <a:ext cx="8595900" cy="4595100"/>
                <a:chOff x="274200" y="274200"/>
                <a:chExt cx="8595900" cy="4595100"/>
              </a:xfrm>
            </p:grpSpPr>
            <p:sp>
              <p:nvSpPr>
                <p:cNvPr id="371" name="Google Shape;371;p22"/>
                <p:cNvSpPr/>
                <p:nvPr/>
              </p:nvSpPr>
              <p:spPr>
                <a:xfrm>
                  <a:off x="274200" y="274200"/>
                  <a:ext cx="8595600" cy="4595100"/>
                </a:xfrm>
                <a:prstGeom prst="roundRect">
                  <a:avLst>
                    <a:gd name="adj" fmla="val 0"/>
                  </a:avLst>
                </a:prstGeom>
                <a:solidFill>
                  <a:schemeClr val="lt1"/>
                </a:solidFill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372" name="Google Shape;372;p22"/>
                <p:cNvCxnSpPr/>
                <p:nvPr/>
              </p:nvCxnSpPr>
              <p:spPr>
                <a:xfrm>
                  <a:off x="274200" y="639909"/>
                  <a:ext cx="8595900" cy="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373" name="Google Shape;373;p22"/>
              <p:cNvGrpSpPr/>
              <p:nvPr/>
            </p:nvGrpSpPr>
            <p:grpSpPr>
              <a:xfrm>
                <a:off x="8595300" y="365550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374" name="Google Shape;374;p22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75" name="Google Shape;375;p22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376" name="Google Shape;376;p22"/>
              <p:cNvSpPr/>
              <p:nvPr/>
            </p:nvSpPr>
            <p:spPr>
              <a:xfrm>
                <a:off x="8275200" y="365550"/>
                <a:ext cx="183000" cy="183000"/>
              </a:xfrm>
              <a:prstGeom prst="rect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377" name="Google Shape;377;p22"/>
              <p:cNvCxnSpPr/>
              <p:nvPr/>
            </p:nvCxnSpPr>
            <p:spPr>
              <a:xfrm>
                <a:off x="7925099" y="548550"/>
                <a:ext cx="2130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378" name="Google Shape;378;p22"/>
          <p:cNvSpPr txBox="1">
            <a:spLocks noGrp="1"/>
          </p:cNvSpPr>
          <p:nvPr>
            <p:ph type="title" hasCustomPrompt="1"/>
          </p:nvPr>
        </p:nvSpPr>
        <p:spPr>
          <a:xfrm>
            <a:off x="1828775" y="731397"/>
            <a:ext cx="5486400" cy="86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379" name="Google Shape;379;p22"/>
          <p:cNvSpPr txBox="1">
            <a:spLocks noGrp="1"/>
          </p:cNvSpPr>
          <p:nvPr>
            <p:ph type="subTitle" idx="1"/>
          </p:nvPr>
        </p:nvSpPr>
        <p:spPr>
          <a:xfrm>
            <a:off x="1828825" y="1600206"/>
            <a:ext cx="5486400" cy="365700"/>
          </a:xfrm>
          <a:prstGeom prst="rect">
            <a:avLst/>
          </a:prstGeom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0" name="Google Shape;380;p22"/>
          <p:cNvSpPr txBox="1">
            <a:spLocks noGrp="1"/>
          </p:cNvSpPr>
          <p:nvPr>
            <p:ph type="title" idx="2" hasCustomPrompt="1"/>
          </p:nvPr>
        </p:nvSpPr>
        <p:spPr>
          <a:xfrm>
            <a:off x="1828775" y="2052697"/>
            <a:ext cx="5486400" cy="86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381" name="Google Shape;381;p22"/>
          <p:cNvSpPr txBox="1">
            <a:spLocks noGrp="1"/>
          </p:cNvSpPr>
          <p:nvPr>
            <p:ph type="subTitle" idx="3"/>
          </p:nvPr>
        </p:nvSpPr>
        <p:spPr>
          <a:xfrm>
            <a:off x="1828775" y="2921500"/>
            <a:ext cx="5486400" cy="365700"/>
          </a:xfrm>
          <a:prstGeom prst="rect">
            <a:avLst/>
          </a:prstGeom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2" name="Google Shape;382;p22"/>
          <p:cNvSpPr txBox="1">
            <a:spLocks noGrp="1"/>
          </p:cNvSpPr>
          <p:nvPr>
            <p:ph type="title" idx="4" hasCustomPrompt="1"/>
          </p:nvPr>
        </p:nvSpPr>
        <p:spPr>
          <a:xfrm>
            <a:off x="1828825" y="3373998"/>
            <a:ext cx="5486400" cy="86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383" name="Google Shape;383;p22"/>
          <p:cNvSpPr txBox="1">
            <a:spLocks noGrp="1"/>
          </p:cNvSpPr>
          <p:nvPr>
            <p:ph type="subTitle" idx="5"/>
          </p:nvPr>
        </p:nvSpPr>
        <p:spPr>
          <a:xfrm>
            <a:off x="1828775" y="4242794"/>
            <a:ext cx="5486400" cy="365700"/>
          </a:xfrm>
          <a:prstGeom prst="rect">
            <a:avLst/>
          </a:prstGeom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BLANK_1_1_1_1_1_1_2"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5" name="Google Shape;385;p23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91387" y="1031845"/>
            <a:ext cx="9326879" cy="41691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86" name="Google Shape;386;p23"/>
          <p:cNvGrpSpPr/>
          <p:nvPr/>
        </p:nvGrpSpPr>
        <p:grpSpPr>
          <a:xfrm>
            <a:off x="914400" y="535100"/>
            <a:ext cx="7406700" cy="4164575"/>
            <a:chOff x="914400" y="535100"/>
            <a:chExt cx="7406700" cy="4164575"/>
          </a:xfrm>
        </p:grpSpPr>
        <p:sp>
          <p:nvSpPr>
            <p:cNvPr id="387" name="Google Shape;387;p23"/>
            <p:cNvSpPr/>
            <p:nvPr/>
          </p:nvSpPr>
          <p:spPr>
            <a:xfrm>
              <a:off x="1005900" y="626275"/>
              <a:ext cx="7315200" cy="40734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88" name="Google Shape;388;p23"/>
            <p:cNvGrpSpPr/>
            <p:nvPr/>
          </p:nvGrpSpPr>
          <p:grpSpPr>
            <a:xfrm>
              <a:off x="914400" y="535100"/>
              <a:ext cx="7315200" cy="4073400"/>
              <a:chOff x="914400" y="535100"/>
              <a:chExt cx="7315200" cy="4073400"/>
            </a:xfrm>
          </p:grpSpPr>
          <p:sp>
            <p:nvSpPr>
              <p:cNvPr id="389" name="Google Shape;389;p23"/>
              <p:cNvSpPr/>
              <p:nvPr/>
            </p:nvSpPr>
            <p:spPr>
              <a:xfrm>
                <a:off x="914400" y="535100"/>
                <a:ext cx="7315200" cy="4073400"/>
              </a:xfrm>
              <a:prstGeom prst="roundRect">
                <a:avLst>
                  <a:gd name="adj" fmla="val 0"/>
                </a:avLst>
              </a:prstGeom>
              <a:solidFill>
                <a:schemeClr val="l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390" name="Google Shape;390;p23"/>
              <p:cNvGrpSpPr/>
              <p:nvPr/>
            </p:nvGrpSpPr>
            <p:grpSpPr>
              <a:xfrm>
                <a:off x="7955100" y="626350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391" name="Google Shape;391;p23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92" name="Google Shape;392;p23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393" name="Google Shape;393;p23"/>
              <p:cNvSpPr/>
              <p:nvPr/>
            </p:nvSpPr>
            <p:spPr>
              <a:xfrm>
                <a:off x="7635000" y="626350"/>
                <a:ext cx="183000" cy="183000"/>
              </a:xfrm>
              <a:prstGeom prst="rect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394" name="Google Shape;394;p23"/>
              <p:cNvCxnSpPr/>
              <p:nvPr/>
            </p:nvCxnSpPr>
            <p:spPr>
              <a:xfrm>
                <a:off x="7284899" y="809350"/>
                <a:ext cx="2130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95" name="Google Shape;395;p23"/>
              <p:cNvCxnSpPr/>
              <p:nvPr/>
            </p:nvCxnSpPr>
            <p:spPr>
              <a:xfrm>
                <a:off x="916188" y="900697"/>
                <a:ext cx="73104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396" name="Google Shape;396;p23"/>
          <p:cNvSpPr txBox="1">
            <a:spLocks noGrp="1"/>
          </p:cNvSpPr>
          <p:nvPr>
            <p:ph type="ctrTitle"/>
          </p:nvPr>
        </p:nvSpPr>
        <p:spPr>
          <a:xfrm>
            <a:off x="2285980" y="984428"/>
            <a:ext cx="4572000" cy="9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397" name="Google Shape;397;p23"/>
          <p:cNvSpPr txBox="1">
            <a:spLocks noGrp="1"/>
          </p:cNvSpPr>
          <p:nvPr>
            <p:ph type="subTitle" idx="1"/>
          </p:nvPr>
        </p:nvSpPr>
        <p:spPr>
          <a:xfrm>
            <a:off x="2285980" y="1898836"/>
            <a:ext cx="4572000" cy="9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398" name="Google Shape;398;p23"/>
          <p:cNvSpPr txBox="1"/>
          <p:nvPr/>
        </p:nvSpPr>
        <p:spPr>
          <a:xfrm>
            <a:off x="2286020" y="3535412"/>
            <a:ext cx="45720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CREDITS</a:t>
            </a:r>
            <a:r>
              <a:rPr lang="en" sz="10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: This presentation template was created by </a:t>
            </a:r>
            <a:r>
              <a:rPr lang="en" sz="1000" b="1">
                <a:solidFill>
                  <a:schemeClr val="dk1"/>
                </a:solidFill>
                <a:uFill>
                  <a:noFill/>
                </a:uFill>
                <a:latin typeface="Karla"/>
                <a:ea typeface="Karla"/>
                <a:cs typeface="Karla"/>
                <a:sym typeface="Karl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, including icons by </a:t>
            </a:r>
            <a:r>
              <a:rPr lang="en" sz="1000" b="1">
                <a:solidFill>
                  <a:schemeClr val="dk1"/>
                </a:solidFill>
                <a:uFill>
                  <a:noFill/>
                </a:uFill>
                <a:latin typeface="Karla"/>
                <a:ea typeface="Karla"/>
                <a:cs typeface="Karla"/>
                <a:sym typeface="Karla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0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, and infographics &amp; images by </a:t>
            </a:r>
            <a:r>
              <a:rPr lang="en" sz="1000" b="1">
                <a:solidFill>
                  <a:schemeClr val="dk1"/>
                </a:solidFill>
                <a:uFill>
                  <a:noFill/>
                </a:uFill>
                <a:latin typeface="Karla"/>
                <a:ea typeface="Karla"/>
                <a:cs typeface="Karla"/>
                <a:sym typeface="Karla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000" b="1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0" name="Google Shape;400;p24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91387" y="1031845"/>
            <a:ext cx="9326879" cy="41691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5100" y="445025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ubik Black"/>
              <a:buNone/>
              <a:defRPr sz="3500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5100" y="1152475"/>
            <a:ext cx="7713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●"/>
              <a:defRPr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○"/>
              <a:defRPr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■"/>
              <a:defRPr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●"/>
              <a:defRPr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○"/>
              <a:defRPr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■"/>
              <a:defRPr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●"/>
              <a:defRPr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○"/>
              <a:defRPr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■"/>
              <a:defRPr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3" r:id="rId14"/>
    <p:sldLayoutId id="2147483664" r:id="rId15"/>
    <p:sldLayoutId id="2147483665" r:id="rId16"/>
    <p:sldLayoutId id="2147483666" r:id="rId17"/>
    <p:sldLayoutId id="2147483667" r:id="rId18"/>
    <p:sldLayoutId id="2147483668" r:id="rId19"/>
    <p:sldLayoutId id="2147483669" r:id="rId20"/>
    <p:sldLayoutId id="2147483670" r:id="rId21"/>
    <p:sldLayoutId id="2147483671" r:id="rId2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450">
          <p15:clr>
            <a:srgbClr val="EA4335"/>
          </p15:clr>
        </p15:guide>
        <p15:guide id="2" orient="horz" pos="337">
          <p15:clr>
            <a:srgbClr val="EA4335"/>
          </p15:clr>
        </p15:guide>
        <p15:guide id="3" pos="5310">
          <p15:clr>
            <a:srgbClr val="EA4335"/>
          </p15:clr>
        </p15:guide>
        <p15:guide id="4" orient="horz" pos="2903">
          <p15:clr>
            <a:srgbClr val="EA4335"/>
          </p15:clr>
        </p15:guide>
        <p15:guide id="5" pos="2880">
          <p15:clr>
            <a:srgbClr val="EA4335"/>
          </p15:clr>
        </p15:guide>
        <p15:guide id="6" orient="horz" pos="1620">
          <p15:clr>
            <a:srgbClr val="EA4335"/>
          </p15:clr>
        </p15:guide>
        <p15:guide id="7" pos="173">
          <p15:clr>
            <a:srgbClr val="EA4335"/>
          </p15:clr>
        </p15:guide>
        <p15:guide id="8" orient="horz" pos="173">
          <p15:clr>
            <a:srgbClr val="EA4335"/>
          </p15:clr>
        </p15:guide>
        <p15:guide id="9" pos="5587">
          <p15:clr>
            <a:srgbClr val="EA4335"/>
          </p15:clr>
        </p15:guide>
        <p15:guide id="10" orient="horz" pos="3067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PfT4lq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26"/>
          <p:cNvSpPr txBox="1">
            <a:spLocks noGrp="1"/>
          </p:cNvSpPr>
          <p:nvPr>
            <p:ph type="ctrTitle"/>
          </p:nvPr>
        </p:nvSpPr>
        <p:spPr>
          <a:xfrm>
            <a:off x="1828800" y="1174903"/>
            <a:ext cx="5486400" cy="2469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Black Coffee</a:t>
            </a:r>
            <a:endParaRPr dirty="0"/>
          </a:p>
        </p:txBody>
      </p:sp>
      <p:sp>
        <p:nvSpPr>
          <p:cNvPr id="407" name="Google Shape;407;p26"/>
          <p:cNvSpPr txBox="1">
            <a:spLocks noGrp="1"/>
          </p:cNvSpPr>
          <p:nvPr>
            <p:ph type="subTitle" idx="1"/>
          </p:nvPr>
        </p:nvSpPr>
        <p:spPr>
          <a:xfrm>
            <a:off x="1828800" y="3877100"/>
            <a:ext cx="54864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TAASS Project</a:t>
            </a:r>
            <a:endParaRPr dirty="0"/>
          </a:p>
        </p:txBody>
      </p:sp>
      <p:sp>
        <p:nvSpPr>
          <p:cNvPr id="408" name="Google Shape;408;p26"/>
          <p:cNvSpPr/>
          <p:nvPr/>
        </p:nvSpPr>
        <p:spPr>
          <a:xfrm rot="-2700000">
            <a:off x="7125203" y="4050192"/>
            <a:ext cx="365716" cy="365716"/>
          </a:xfrm>
          <a:prstGeom prst="upArrow">
            <a:avLst>
              <a:gd name="adj1" fmla="val 50000"/>
              <a:gd name="adj2" fmla="val 50000"/>
            </a:avLst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09" name="Google Shape;409;p26"/>
          <p:cNvGrpSpPr/>
          <p:nvPr/>
        </p:nvGrpSpPr>
        <p:grpSpPr>
          <a:xfrm>
            <a:off x="136938" y="2571748"/>
            <a:ext cx="1827475" cy="1051350"/>
            <a:chOff x="274188" y="1278048"/>
            <a:chExt cx="1827475" cy="1051350"/>
          </a:xfrm>
        </p:grpSpPr>
        <p:sp>
          <p:nvSpPr>
            <p:cNvPr id="410" name="Google Shape;410;p26"/>
            <p:cNvSpPr/>
            <p:nvPr/>
          </p:nvSpPr>
          <p:spPr>
            <a:xfrm>
              <a:off x="364363" y="1369398"/>
              <a:ext cx="1737300" cy="9600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11" name="Google Shape;411;p26"/>
            <p:cNvGrpSpPr/>
            <p:nvPr/>
          </p:nvGrpSpPr>
          <p:grpSpPr>
            <a:xfrm>
              <a:off x="274188" y="1278048"/>
              <a:ext cx="1737300" cy="960000"/>
              <a:chOff x="7146475" y="2190661"/>
              <a:chExt cx="1737300" cy="960000"/>
            </a:xfrm>
          </p:grpSpPr>
          <p:sp>
            <p:nvSpPr>
              <p:cNvPr id="412" name="Google Shape;412;p26"/>
              <p:cNvSpPr/>
              <p:nvPr/>
            </p:nvSpPr>
            <p:spPr>
              <a:xfrm>
                <a:off x="7146475" y="2190661"/>
                <a:ext cx="1737300" cy="960000"/>
              </a:xfrm>
              <a:prstGeom prst="roundRect">
                <a:avLst>
                  <a:gd name="adj" fmla="val 0"/>
                </a:avLst>
              </a:prstGeom>
              <a:solidFill>
                <a:schemeClr val="l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413" name="Google Shape;413;p26"/>
              <p:cNvCxnSpPr/>
              <p:nvPr/>
            </p:nvCxnSpPr>
            <p:spPr>
              <a:xfrm>
                <a:off x="7151600" y="2373361"/>
                <a:ext cx="17247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414" name="Google Shape;414;p26"/>
            <p:cNvGrpSpPr/>
            <p:nvPr/>
          </p:nvGrpSpPr>
          <p:grpSpPr>
            <a:xfrm>
              <a:off x="447057" y="1555937"/>
              <a:ext cx="1391436" cy="587426"/>
              <a:chOff x="817139" y="2952501"/>
              <a:chExt cx="1391436" cy="587426"/>
            </a:xfrm>
          </p:grpSpPr>
          <p:sp>
            <p:nvSpPr>
              <p:cNvPr id="415" name="Google Shape;415;p26"/>
              <p:cNvSpPr/>
              <p:nvPr/>
            </p:nvSpPr>
            <p:spPr>
              <a:xfrm>
                <a:off x="834354" y="3033062"/>
                <a:ext cx="328236" cy="324038"/>
              </a:xfrm>
              <a:custGeom>
                <a:avLst/>
                <a:gdLst/>
                <a:ahLst/>
                <a:cxnLst/>
                <a:rect l="l" t="t" r="r" b="b"/>
                <a:pathLst>
                  <a:path w="8732" h="8733" extrusionOk="0">
                    <a:moveTo>
                      <a:pt x="4366" y="1"/>
                    </a:moveTo>
                    <a:cubicBezTo>
                      <a:pt x="1951" y="1"/>
                      <a:pt x="0" y="1952"/>
                      <a:pt x="0" y="4366"/>
                    </a:cubicBezTo>
                    <a:cubicBezTo>
                      <a:pt x="0" y="6757"/>
                      <a:pt x="1951" y="8732"/>
                      <a:pt x="4366" y="8732"/>
                    </a:cubicBezTo>
                    <a:cubicBezTo>
                      <a:pt x="6780" y="8732"/>
                      <a:pt x="8732" y="6757"/>
                      <a:pt x="8732" y="4366"/>
                    </a:cubicBezTo>
                    <a:cubicBezTo>
                      <a:pt x="8732" y="1952"/>
                      <a:pt x="6780" y="1"/>
                      <a:pt x="43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" name="Google Shape;416;p26"/>
              <p:cNvSpPr/>
              <p:nvPr/>
            </p:nvSpPr>
            <p:spPr>
              <a:xfrm>
                <a:off x="817139" y="3173107"/>
                <a:ext cx="735110" cy="366820"/>
              </a:xfrm>
              <a:custGeom>
                <a:avLst/>
                <a:gdLst/>
                <a:ahLst/>
                <a:cxnLst/>
                <a:rect l="l" t="t" r="r" b="b"/>
                <a:pathLst>
                  <a:path w="19556" h="9886" extrusionOk="0">
                    <a:moveTo>
                      <a:pt x="10025" y="0"/>
                    </a:moveTo>
                    <a:cubicBezTo>
                      <a:pt x="7970" y="0"/>
                      <a:pt x="5937" y="1254"/>
                      <a:pt x="5263" y="3544"/>
                    </a:cubicBezTo>
                    <a:cubicBezTo>
                      <a:pt x="4773" y="3298"/>
                      <a:pt x="4258" y="3184"/>
                      <a:pt x="3754" y="3184"/>
                    </a:cubicBezTo>
                    <a:cubicBezTo>
                      <a:pt x="2252" y="3184"/>
                      <a:pt x="848" y="4199"/>
                      <a:pt x="482" y="5787"/>
                    </a:cubicBezTo>
                    <a:cubicBezTo>
                      <a:pt x="0" y="7884"/>
                      <a:pt x="1590" y="9886"/>
                      <a:pt x="3723" y="9886"/>
                    </a:cubicBezTo>
                    <a:cubicBezTo>
                      <a:pt x="3748" y="9886"/>
                      <a:pt x="3774" y="9885"/>
                      <a:pt x="3799" y="9885"/>
                    </a:cubicBezTo>
                    <a:lnTo>
                      <a:pt x="15531" y="9885"/>
                    </a:lnTo>
                    <a:cubicBezTo>
                      <a:pt x="17750" y="9885"/>
                      <a:pt x="19555" y="8104"/>
                      <a:pt x="19555" y="5885"/>
                    </a:cubicBezTo>
                    <a:cubicBezTo>
                      <a:pt x="19555" y="3641"/>
                      <a:pt x="17750" y="1861"/>
                      <a:pt x="15531" y="1861"/>
                    </a:cubicBezTo>
                    <a:cubicBezTo>
                      <a:pt x="15019" y="1861"/>
                      <a:pt x="14531" y="1958"/>
                      <a:pt x="14068" y="2129"/>
                    </a:cubicBezTo>
                    <a:cubicBezTo>
                      <a:pt x="13064" y="681"/>
                      <a:pt x="11538" y="0"/>
                      <a:pt x="1002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" name="Google Shape;417;p26"/>
              <p:cNvSpPr/>
              <p:nvPr/>
            </p:nvSpPr>
            <p:spPr>
              <a:xfrm>
                <a:off x="1739143" y="2952501"/>
                <a:ext cx="162314" cy="219958"/>
              </a:xfrm>
              <a:custGeom>
                <a:avLst/>
                <a:gdLst/>
                <a:ahLst/>
                <a:cxnLst/>
                <a:rect l="l" t="t" r="r" b="b"/>
                <a:pathLst>
                  <a:path w="4318" h="5928" extrusionOk="0">
                    <a:moveTo>
                      <a:pt x="2245" y="1"/>
                    </a:moveTo>
                    <a:cubicBezTo>
                      <a:pt x="1976" y="1"/>
                      <a:pt x="1708" y="25"/>
                      <a:pt x="1440" y="99"/>
                    </a:cubicBezTo>
                    <a:cubicBezTo>
                      <a:pt x="1196" y="147"/>
                      <a:pt x="976" y="245"/>
                      <a:pt x="757" y="367"/>
                    </a:cubicBezTo>
                    <a:cubicBezTo>
                      <a:pt x="489" y="513"/>
                      <a:pt x="245" y="708"/>
                      <a:pt x="1" y="928"/>
                    </a:cubicBezTo>
                    <a:lnTo>
                      <a:pt x="854" y="1952"/>
                    </a:lnTo>
                    <a:cubicBezTo>
                      <a:pt x="1050" y="1757"/>
                      <a:pt x="1269" y="1611"/>
                      <a:pt x="1489" y="1464"/>
                    </a:cubicBezTo>
                    <a:cubicBezTo>
                      <a:pt x="1659" y="1367"/>
                      <a:pt x="1854" y="1318"/>
                      <a:pt x="2049" y="1318"/>
                    </a:cubicBezTo>
                    <a:cubicBezTo>
                      <a:pt x="2196" y="1318"/>
                      <a:pt x="2367" y="1367"/>
                      <a:pt x="2464" y="1440"/>
                    </a:cubicBezTo>
                    <a:cubicBezTo>
                      <a:pt x="2562" y="1538"/>
                      <a:pt x="2635" y="1684"/>
                      <a:pt x="2610" y="1806"/>
                    </a:cubicBezTo>
                    <a:cubicBezTo>
                      <a:pt x="2610" y="1928"/>
                      <a:pt x="2586" y="2050"/>
                      <a:pt x="2537" y="2172"/>
                    </a:cubicBezTo>
                    <a:cubicBezTo>
                      <a:pt x="2488" y="2318"/>
                      <a:pt x="2391" y="2440"/>
                      <a:pt x="2293" y="2562"/>
                    </a:cubicBezTo>
                    <a:cubicBezTo>
                      <a:pt x="2171" y="2733"/>
                      <a:pt x="1879" y="3025"/>
                      <a:pt x="1489" y="3440"/>
                    </a:cubicBezTo>
                    <a:lnTo>
                      <a:pt x="50" y="4903"/>
                    </a:lnTo>
                    <a:lnTo>
                      <a:pt x="50" y="5928"/>
                    </a:lnTo>
                    <a:lnTo>
                      <a:pt x="4318" y="5928"/>
                    </a:lnTo>
                    <a:lnTo>
                      <a:pt x="4318" y="4659"/>
                    </a:lnTo>
                    <a:lnTo>
                      <a:pt x="2098" y="4659"/>
                    </a:lnTo>
                    <a:lnTo>
                      <a:pt x="2098" y="4611"/>
                    </a:lnTo>
                    <a:cubicBezTo>
                      <a:pt x="2757" y="4050"/>
                      <a:pt x="3171" y="3635"/>
                      <a:pt x="3367" y="3440"/>
                    </a:cubicBezTo>
                    <a:cubicBezTo>
                      <a:pt x="3562" y="3245"/>
                      <a:pt x="3708" y="3050"/>
                      <a:pt x="3854" y="2830"/>
                    </a:cubicBezTo>
                    <a:cubicBezTo>
                      <a:pt x="4098" y="2464"/>
                      <a:pt x="4220" y="2025"/>
                      <a:pt x="4220" y="1611"/>
                    </a:cubicBezTo>
                    <a:cubicBezTo>
                      <a:pt x="4220" y="1294"/>
                      <a:pt x="4123" y="1025"/>
                      <a:pt x="3952" y="781"/>
                    </a:cubicBezTo>
                    <a:cubicBezTo>
                      <a:pt x="3781" y="513"/>
                      <a:pt x="3562" y="318"/>
                      <a:pt x="3269" y="196"/>
                    </a:cubicBezTo>
                    <a:cubicBezTo>
                      <a:pt x="2952" y="50"/>
                      <a:pt x="2610" y="1"/>
                      <a:pt x="224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" name="Google Shape;418;p26"/>
              <p:cNvSpPr/>
              <p:nvPr/>
            </p:nvSpPr>
            <p:spPr>
              <a:xfrm>
                <a:off x="1926175" y="2955247"/>
                <a:ext cx="129310" cy="217213"/>
              </a:xfrm>
              <a:custGeom>
                <a:avLst/>
                <a:gdLst/>
                <a:ahLst/>
                <a:cxnLst/>
                <a:rect l="l" t="t" r="r" b="b"/>
                <a:pathLst>
                  <a:path w="3440" h="5854" extrusionOk="0">
                    <a:moveTo>
                      <a:pt x="2000" y="0"/>
                    </a:moveTo>
                    <a:lnTo>
                      <a:pt x="0" y="1659"/>
                    </a:lnTo>
                    <a:lnTo>
                      <a:pt x="805" y="2659"/>
                    </a:lnTo>
                    <a:lnTo>
                      <a:pt x="1488" y="2122"/>
                    </a:lnTo>
                    <a:cubicBezTo>
                      <a:pt x="1610" y="2000"/>
                      <a:pt x="1732" y="1878"/>
                      <a:pt x="1854" y="1732"/>
                    </a:cubicBezTo>
                    <a:lnTo>
                      <a:pt x="1854" y="1732"/>
                    </a:lnTo>
                    <a:cubicBezTo>
                      <a:pt x="1829" y="2049"/>
                      <a:pt x="1829" y="2390"/>
                      <a:pt x="1829" y="2756"/>
                    </a:cubicBezTo>
                    <a:lnTo>
                      <a:pt x="1829" y="5854"/>
                    </a:lnTo>
                    <a:lnTo>
                      <a:pt x="3439" y="5854"/>
                    </a:lnTo>
                    <a:lnTo>
                      <a:pt x="343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" name="Google Shape;419;p26"/>
              <p:cNvSpPr/>
              <p:nvPr/>
            </p:nvSpPr>
            <p:spPr>
              <a:xfrm>
                <a:off x="2096669" y="2952501"/>
                <a:ext cx="111905" cy="112354"/>
              </a:xfrm>
              <a:custGeom>
                <a:avLst/>
                <a:gdLst/>
                <a:ahLst/>
                <a:cxnLst/>
                <a:rect l="l" t="t" r="r" b="b"/>
                <a:pathLst>
                  <a:path w="2977" h="3028" extrusionOk="0">
                    <a:moveTo>
                      <a:pt x="1537" y="830"/>
                    </a:moveTo>
                    <a:cubicBezTo>
                      <a:pt x="1806" y="830"/>
                      <a:pt x="1928" y="1050"/>
                      <a:pt x="1928" y="1513"/>
                    </a:cubicBezTo>
                    <a:cubicBezTo>
                      <a:pt x="1928" y="1977"/>
                      <a:pt x="1806" y="2220"/>
                      <a:pt x="1537" y="2220"/>
                    </a:cubicBezTo>
                    <a:cubicBezTo>
                      <a:pt x="1415" y="2220"/>
                      <a:pt x="1293" y="2147"/>
                      <a:pt x="1220" y="2050"/>
                    </a:cubicBezTo>
                    <a:cubicBezTo>
                      <a:pt x="1147" y="1879"/>
                      <a:pt x="1123" y="1684"/>
                      <a:pt x="1123" y="1513"/>
                    </a:cubicBezTo>
                    <a:lnTo>
                      <a:pt x="1147" y="1513"/>
                    </a:lnTo>
                    <a:cubicBezTo>
                      <a:pt x="1147" y="1050"/>
                      <a:pt x="1269" y="830"/>
                      <a:pt x="1537" y="830"/>
                    </a:cubicBezTo>
                    <a:close/>
                    <a:moveTo>
                      <a:pt x="1562" y="1"/>
                    </a:moveTo>
                    <a:cubicBezTo>
                      <a:pt x="1171" y="1"/>
                      <a:pt x="781" y="147"/>
                      <a:pt x="513" y="416"/>
                    </a:cubicBezTo>
                    <a:cubicBezTo>
                      <a:pt x="1" y="1050"/>
                      <a:pt x="1" y="1977"/>
                      <a:pt x="513" y="2611"/>
                    </a:cubicBezTo>
                    <a:cubicBezTo>
                      <a:pt x="764" y="2862"/>
                      <a:pt x="1101" y="3028"/>
                      <a:pt x="1463" y="3028"/>
                    </a:cubicBezTo>
                    <a:cubicBezTo>
                      <a:pt x="1488" y="3028"/>
                      <a:pt x="1513" y="3027"/>
                      <a:pt x="1537" y="3025"/>
                    </a:cubicBezTo>
                    <a:cubicBezTo>
                      <a:pt x="1565" y="3027"/>
                      <a:pt x="1593" y="3028"/>
                      <a:pt x="1621" y="3028"/>
                    </a:cubicBezTo>
                    <a:cubicBezTo>
                      <a:pt x="1980" y="3028"/>
                      <a:pt x="2314" y="2882"/>
                      <a:pt x="2586" y="2611"/>
                    </a:cubicBezTo>
                    <a:cubicBezTo>
                      <a:pt x="2854" y="2318"/>
                      <a:pt x="2976" y="1928"/>
                      <a:pt x="2952" y="1513"/>
                    </a:cubicBezTo>
                    <a:cubicBezTo>
                      <a:pt x="2976" y="1123"/>
                      <a:pt x="2830" y="733"/>
                      <a:pt x="2586" y="416"/>
                    </a:cubicBezTo>
                    <a:cubicBezTo>
                      <a:pt x="2318" y="147"/>
                      <a:pt x="1928" y="1"/>
                      <a:pt x="15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420" name="Google Shape;420;p26"/>
          <p:cNvSpPr/>
          <p:nvPr/>
        </p:nvSpPr>
        <p:spPr>
          <a:xfrm>
            <a:off x="1099325" y="4259275"/>
            <a:ext cx="457208" cy="164590"/>
          </a:xfrm>
          <a:custGeom>
            <a:avLst/>
            <a:gdLst/>
            <a:ahLst/>
            <a:cxnLst/>
            <a:rect l="l" t="t" r="r" b="b"/>
            <a:pathLst>
              <a:path w="7903" h="3025" extrusionOk="0">
                <a:moveTo>
                  <a:pt x="2025" y="2829"/>
                </a:moveTo>
                <a:cubicBezTo>
                  <a:pt x="1829" y="3024"/>
                  <a:pt x="1537" y="2732"/>
                  <a:pt x="1732" y="2537"/>
                </a:cubicBezTo>
                <a:lnTo>
                  <a:pt x="2756" y="1537"/>
                </a:lnTo>
                <a:lnTo>
                  <a:pt x="1732" y="512"/>
                </a:lnTo>
                <a:cubicBezTo>
                  <a:pt x="1537" y="317"/>
                  <a:pt x="1829" y="49"/>
                  <a:pt x="2025" y="220"/>
                </a:cubicBezTo>
                <a:lnTo>
                  <a:pt x="3171" y="1390"/>
                </a:lnTo>
                <a:cubicBezTo>
                  <a:pt x="3244" y="1463"/>
                  <a:pt x="3244" y="1585"/>
                  <a:pt x="3171" y="1683"/>
                </a:cubicBezTo>
                <a:close/>
                <a:moveTo>
                  <a:pt x="195" y="512"/>
                </a:moveTo>
                <a:lnTo>
                  <a:pt x="1195" y="1512"/>
                </a:lnTo>
                <a:lnTo>
                  <a:pt x="195" y="2537"/>
                </a:lnTo>
                <a:cubicBezTo>
                  <a:pt x="0" y="2732"/>
                  <a:pt x="269" y="3000"/>
                  <a:pt x="464" y="2805"/>
                </a:cubicBezTo>
                <a:lnTo>
                  <a:pt x="1610" y="1659"/>
                </a:lnTo>
                <a:cubicBezTo>
                  <a:pt x="1708" y="1585"/>
                  <a:pt x="1708" y="1463"/>
                  <a:pt x="1610" y="1366"/>
                </a:cubicBezTo>
                <a:lnTo>
                  <a:pt x="464" y="220"/>
                </a:lnTo>
                <a:cubicBezTo>
                  <a:pt x="269" y="25"/>
                  <a:pt x="0" y="317"/>
                  <a:pt x="195" y="512"/>
                </a:cubicBezTo>
                <a:close/>
                <a:moveTo>
                  <a:pt x="6659" y="2829"/>
                </a:moveTo>
                <a:cubicBezTo>
                  <a:pt x="6464" y="3024"/>
                  <a:pt x="6195" y="2732"/>
                  <a:pt x="6366" y="2537"/>
                </a:cubicBezTo>
                <a:lnTo>
                  <a:pt x="7390" y="1537"/>
                </a:lnTo>
                <a:lnTo>
                  <a:pt x="6366" y="512"/>
                </a:lnTo>
                <a:cubicBezTo>
                  <a:pt x="6195" y="317"/>
                  <a:pt x="6464" y="49"/>
                  <a:pt x="6659" y="220"/>
                </a:cubicBezTo>
                <a:lnTo>
                  <a:pt x="7805" y="1390"/>
                </a:lnTo>
                <a:cubicBezTo>
                  <a:pt x="7903" y="1463"/>
                  <a:pt x="7903" y="1585"/>
                  <a:pt x="7805" y="1683"/>
                </a:cubicBezTo>
                <a:close/>
                <a:moveTo>
                  <a:pt x="5122" y="2829"/>
                </a:moveTo>
                <a:lnTo>
                  <a:pt x="6268" y="1683"/>
                </a:lnTo>
                <a:cubicBezTo>
                  <a:pt x="6342" y="1585"/>
                  <a:pt x="6342" y="1463"/>
                  <a:pt x="6268" y="1390"/>
                </a:cubicBezTo>
                <a:lnTo>
                  <a:pt x="5122" y="220"/>
                </a:lnTo>
                <a:cubicBezTo>
                  <a:pt x="4927" y="73"/>
                  <a:pt x="4659" y="317"/>
                  <a:pt x="4829" y="512"/>
                </a:cubicBezTo>
                <a:lnTo>
                  <a:pt x="5854" y="1537"/>
                </a:lnTo>
                <a:lnTo>
                  <a:pt x="4829" y="2537"/>
                </a:lnTo>
                <a:cubicBezTo>
                  <a:pt x="4634" y="2732"/>
                  <a:pt x="4927" y="3024"/>
                  <a:pt x="5122" y="2829"/>
                </a:cubicBezTo>
                <a:close/>
                <a:moveTo>
                  <a:pt x="3561" y="2829"/>
                </a:moveTo>
                <a:lnTo>
                  <a:pt x="4707" y="1683"/>
                </a:lnTo>
                <a:cubicBezTo>
                  <a:pt x="4805" y="1585"/>
                  <a:pt x="4805" y="1463"/>
                  <a:pt x="4707" y="1390"/>
                </a:cubicBezTo>
                <a:lnTo>
                  <a:pt x="3561" y="220"/>
                </a:lnTo>
                <a:cubicBezTo>
                  <a:pt x="3366" y="0"/>
                  <a:pt x="3049" y="317"/>
                  <a:pt x="3268" y="512"/>
                </a:cubicBezTo>
                <a:lnTo>
                  <a:pt x="4293" y="1537"/>
                </a:lnTo>
                <a:lnTo>
                  <a:pt x="3268" y="2537"/>
                </a:lnTo>
                <a:cubicBezTo>
                  <a:pt x="3098" y="2732"/>
                  <a:pt x="3366" y="3024"/>
                  <a:pt x="3561" y="2829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21" name="Google Shape;421;p26"/>
          <p:cNvGrpSpPr/>
          <p:nvPr/>
        </p:nvGrpSpPr>
        <p:grpSpPr>
          <a:xfrm>
            <a:off x="6761147" y="3414805"/>
            <a:ext cx="689546" cy="208288"/>
            <a:chOff x="6761147" y="3414805"/>
            <a:chExt cx="689546" cy="208288"/>
          </a:xfrm>
        </p:grpSpPr>
        <p:sp>
          <p:nvSpPr>
            <p:cNvPr id="422" name="Google Shape;422;p26"/>
            <p:cNvSpPr/>
            <p:nvPr/>
          </p:nvSpPr>
          <p:spPr>
            <a:xfrm>
              <a:off x="6993487" y="3563457"/>
              <a:ext cx="457207" cy="59636"/>
            </a:xfrm>
            <a:custGeom>
              <a:avLst/>
              <a:gdLst/>
              <a:ahLst/>
              <a:cxnLst/>
              <a:rect l="l" t="t" r="r" b="b"/>
              <a:pathLst>
                <a:path w="8294" h="952" extrusionOk="0">
                  <a:moveTo>
                    <a:pt x="415" y="0"/>
                  </a:moveTo>
                  <a:cubicBezTo>
                    <a:pt x="757" y="0"/>
                    <a:pt x="952" y="439"/>
                    <a:pt x="708" y="683"/>
                  </a:cubicBezTo>
                  <a:cubicBezTo>
                    <a:pt x="440" y="951"/>
                    <a:pt x="1" y="756"/>
                    <a:pt x="25" y="390"/>
                  </a:cubicBezTo>
                  <a:cubicBezTo>
                    <a:pt x="25" y="171"/>
                    <a:pt x="196" y="0"/>
                    <a:pt x="415" y="0"/>
                  </a:cubicBezTo>
                  <a:close/>
                  <a:moveTo>
                    <a:pt x="7757" y="0"/>
                  </a:moveTo>
                  <a:cubicBezTo>
                    <a:pt x="8123" y="0"/>
                    <a:pt x="8293" y="439"/>
                    <a:pt x="8025" y="683"/>
                  </a:cubicBezTo>
                  <a:cubicBezTo>
                    <a:pt x="7781" y="951"/>
                    <a:pt x="7342" y="756"/>
                    <a:pt x="7342" y="415"/>
                  </a:cubicBezTo>
                  <a:cubicBezTo>
                    <a:pt x="7342" y="195"/>
                    <a:pt x="7537" y="0"/>
                    <a:pt x="7757" y="0"/>
                  </a:cubicBezTo>
                  <a:close/>
                  <a:moveTo>
                    <a:pt x="5928" y="0"/>
                  </a:moveTo>
                  <a:cubicBezTo>
                    <a:pt x="6293" y="24"/>
                    <a:pt x="6440" y="463"/>
                    <a:pt x="6171" y="707"/>
                  </a:cubicBezTo>
                  <a:cubicBezTo>
                    <a:pt x="5903" y="951"/>
                    <a:pt x="5488" y="756"/>
                    <a:pt x="5513" y="390"/>
                  </a:cubicBezTo>
                  <a:cubicBezTo>
                    <a:pt x="5513" y="171"/>
                    <a:pt x="5684" y="0"/>
                    <a:pt x="5903" y="0"/>
                  </a:cubicBezTo>
                  <a:close/>
                  <a:moveTo>
                    <a:pt x="4098" y="0"/>
                  </a:moveTo>
                  <a:cubicBezTo>
                    <a:pt x="4464" y="24"/>
                    <a:pt x="4610" y="463"/>
                    <a:pt x="4342" y="707"/>
                  </a:cubicBezTo>
                  <a:cubicBezTo>
                    <a:pt x="4074" y="951"/>
                    <a:pt x="3659" y="756"/>
                    <a:pt x="3684" y="390"/>
                  </a:cubicBezTo>
                  <a:cubicBezTo>
                    <a:pt x="3684" y="171"/>
                    <a:pt x="3854" y="0"/>
                    <a:pt x="4074" y="0"/>
                  </a:cubicBezTo>
                  <a:close/>
                  <a:moveTo>
                    <a:pt x="2269" y="0"/>
                  </a:moveTo>
                  <a:cubicBezTo>
                    <a:pt x="2635" y="24"/>
                    <a:pt x="2781" y="463"/>
                    <a:pt x="2513" y="707"/>
                  </a:cubicBezTo>
                  <a:cubicBezTo>
                    <a:pt x="2245" y="951"/>
                    <a:pt x="1830" y="756"/>
                    <a:pt x="1854" y="390"/>
                  </a:cubicBezTo>
                  <a:cubicBezTo>
                    <a:pt x="1854" y="171"/>
                    <a:pt x="2025" y="0"/>
                    <a:pt x="224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26"/>
            <p:cNvSpPr/>
            <p:nvPr/>
          </p:nvSpPr>
          <p:spPr>
            <a:xfrm>
              <a:off x="6761147" y="3414805"/>
              <a:ext cx="457196" cy="57149"/>
            </a:xfrm>
            <a:custGeom>
              <a:avLst/>
              <a:gdLst/>
              <a:ahLst/>
              <a:cxnLst/>
              <a:rect l="l" t="t" r="r" b="b"/>
              <a:pathLst>
                <a:path w="11732" h="1391" extrusionOk="0">
                  <a:moveTo>
                    <a:pt x="11488" y="854"/>
                  </a:moveTo>
                  <a:cubicBezTo>
                    <a:pt x="11708" y="878"/>
                    <a:pt x="11732" y="1220"/>
                    <a:pt x="11488" y="1244"/>
                  </a:cubicBezTo>
                  <a:cubicBezTo>
                    <a:pt x="11220" y="1244"/>
                    <a:pt x="10952" y="1098"/>
                    <a:pt x="10805" y="854"/>
                  </a:cubicBezTo>
                  <a:cubicBezTo>
                    <a:pt x="10683" y="708"/>
                    <a:pt x="10561" y="537"/>
                    <a:pt x="10366" y="537"/>
                  </a:cubicBezTo>
                  <a:cubicBezTo>
                    <a:pt x="10171" y="537"/>
                    <a:pt x="10049" y="683"/>
                    <a:pt x="9927" y="854"/>
                  </a:cubicBezTo>
                  <a:cubicBezTo>
                    <a:pt x="9781" y="1098"/>
                    <a:pt x="9513" y="1244"/>
                    <a:pt x="9244" y="1244"/>
                  </a:cubicBezTo>
                  <a:cubicBezTo>
                    <a:pt x="8952" y="1244"/>
                    <a:pt x="8708" y="1098"/>
                    <a:pt x="8561" y="854"/>
                  </a:cubicBezTo>
                  <a:cubicBezTo>
                    <a:pt x="8439" y="708"/>
                    <a:pt x="8293" y="537"/>
                    <a:pt x="8122" y="537"/>
                  </a:cubicBezTo>
                  <a:cubicBezTo>
                    <a:pt x="7927" y="537"/>
                    <a:pt x="7805" y="683"/>
                    <a:pt x="7683" y="854"/>
                  </a:cubicBezTo>
                  <a:cubicBezTo>
                    <a:pt x="7537" y="1098"/>
                    <a:pt x="7269" y="1244"/>
                    <a:pt x="6976" y="1244"/>
                  </a:cubicBezTo>
                  <a:cubicBezTo>
                    <a:pt x="6708" y="1244"/>
                    <a:pt x="6439" y="1098"/>
                    <a:pt x="6293" y="854"/>
                  </a:cubicBezTo>
                  <a:cubicBezTo>
                    <a:pt x="6171" y="708"/>
                    <a:pt x="6049" y="537"/>
                    <a:pt x="5854" y="537"/>
                  </a:cubicBezTo>
                  <a:cubicBezTo>
                    <a:pt x="5683" y="537"/>
                    <a:pt x="5561" y="683"/>
                    <a:pt x="5415" y="854"/>
                  </a:cubicBezTo>
                  <a:cubicBezTo>
                    <a:pt x="5122" y="1391"/>
                    <a:pt x="4342" y="1391"/>
                    <a:pt x="4049" y="854"/>
                  </a:cubicBezTo>
                  <a:cubicBezTo>
                    <a:pt x="3927" y="708"/>
                    <a:pt x="3805" y="537"/>
                    <a:pt x="3610" y="537"/>
                  </a:cubicBezTo>
                  <a:cubicBezTo>
                    <a:pt x="3415" y="537"/>
                    <a:pt x="3318" y="683"/>
                    <a:pt x="3171" y="854"/>
                  </a:cubicBezTo>
                  <a:cubicBezTo>
                    <a:pt x="2879" y="1391"/>
                    <a:pt x="2098" y="1391"/>
                    <a:pt x="1805" y="854"/>
                  </a:cubicBezTo>
                  <a:cubicBezTo>
                    <a:pt x="1683" y="708"/>
                    <a:pt x="1561" y="537"/>
                    <a:pt x="1366" y="537"/>
                  </a:cubicBezTo>
                  <a:cubicBezTo>
                    <a:pt x="1171" y="537"/>
                    <a:pt x="1074" y="683"/>
                    <a:pt x="927" y="854"/>
                  </a:cubicBezTo>
                  <a:cubicBezTo>
                    <a:pt x="781" y="1098"/>
                    <a:pt x="513" y="1244"/>
                    <a:pt x="244" y="1244"/>
                  </a:cubicBezTo>
                  <a:cubicBezTo>
                    <a:pt x="1" y="1220"/>
                    <a:pt x="1" y="878"/>
                    <a:pt x="244" y="854"/>
                  </a:cubicBezTo>
                  <a:cubicBezTo>
                    <a:pt x="391" y="854"/>
                    <a:pt x="513" y="732"/>
                    <a:pt x="635" y="586"/>
                  </a:cubicBezTo>
                  <a:cubicBezTo>
                    <a:pt x="781" y="317"/>
                    <a:pt x="1074" y="171"/>
                    <a:pt x="1366" y="147"/>
                  </a:cubicBezTo>
                  <a:cubicBezTo>
                    <a:pt x="1659" y="171"/>
                    <a:pt x="1952" y="317"/>
                    <a:pt x="2098" y="586"/>
                  </a:cubicBezTo>
                  <a:cubicBezTo>
                    <a:pt x="2220" y="732"/>
                    <a:pt x="2342" y="854"/>
                    <a:pt x="2488" y="854"/>
                  </a:cubicBezTo>
                  <a:lnTo>
                    <a:pt x="2488" y="854"/>
                  </a:lnTo>
                  <a:cubicBezTo>
                    <a:pt x="2635" y="854"/>
                    <a:pt x="2757" y="732"/>
                    <a:pt x="2879" y="586"/>
                  </a:cubicBezTo>
                  <a:cubicBezTo>
                    <a:pt x="3196" y="0"/>
                    <a:pt x="4025" y="0"/>
                    <a:pt x="4342" y="586"/>
                  </a:cubicBezTo>
                  <a:cubicBezTo>
                    <a:pt x="4464" y="732"/>
                    <a:pt x="4586" y="854"/>
                    <a:pt x="4732" y="854"/>
                  </a:cubicBezTo>
                  <a:lnTo>
                    <a:pt x="4781" y="854"/>
                  </a:lnTo>
                  <a:cubicBezTo>
                    <a:pt x="4927" y="854"/>
                    <a:pt x="5025" y="732"/>
                    <a:pt x="5147" y="586"/>
                  </a:cubicBezTo>
                  <a:cubicBezTo>
                    <a:pt x="5318" y="317"/>
                    <a:pt x="5586" y="171"/>
                    <a:pt x="5878" y="147"/>
                  </a:cubicBezTo>
                  <a:cubicBezTo>
                    <a:pt x="6196" y="171"/>
                    <a:pt x="6464" y="317"/>
                    <a:pt x="6635" y="586"/>
                  </a:cubicBezTo>
                  <a:cubicBezTo>
                    <a:pt x="6757" y="732"/>
                    <a:pt x="6854" y="854"/>
                    <a:pt x="7000" y="854"/>
                  </a:cubicBezTo>
                  <a:lnTo>
                    <a:pt x="7025" y="854"/>
                  </a:lnTo>
                  <a:cubicBezTo>
                    <a:pt x="7171" y="854"/>
                    <a:pt x="7293" y="732"/>
                    <a:pt x="7391" y="586"/>
                  </a:cubicBezTo>
                  <a:cubicBezTo>
                    <a:pt x="7708" y="0"/>
                    <a:pt x="8561" y="0"/>
                    <a:pt x="8878" y="586"/>
                  </a:cubicBezTo>
                  <a:cubicBezTo>
                    <a:pt x="9000" y="732"/>
                    <a:pt x="9098" y="854"/>
                    <a:pt x="9244" y="854"/>
                  </a:cubicBezTo>
                  <a:lnTo>
                    <a:pt x="9269" y="854"/>
                  </a:lnTo>
                  <a:cubicBezTo>
                    <a:pt x="9415" y="854"/>
                    <a:pt x="9537" y="732"/>
                    <a:pt x="9659" y="586"/>
                  </a:cubicBezTo>
                  <a:cubicBezTo>
                    <a:pt x="9805" y="317"/>
                    <a:pt x="10074" y="171"/>
                    <a:pt x="10391" y="147"/>
                  </a:cubicBezTo>
                  <a:cubicBezTo>
                    <a:pt x="10683" y="171"/>
                    <a:pt x="10976" y="317"/>
                    <a:pt x="11122" y="586"/>
                  </a:cubicBezTo>
                  <a:cubicBezTo>
                    <a:pt x="11244" y="732"/>
                    <a:pt x="11342" y="854"/>
                    <a:pt x="11488" y="85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24" name="Google Shape;424;p26"/>
          <p:cNvGrpSpPr/>
          <p:nvPr/>
        </p:nvGrpSpPr>
        <p:grpSpPr>
          <a:xfrm>
            <a:off x="136938" y="1047512"/>
            <a:ext cx="1371600" cy="1375875"/>
            <a:chOff x="299013" y="1079125"/>
            <a:chExt cx="1371600" cy="1375875"/>
          </a:xfrm>
        </p:grpSpPr>
        <p:sp>
          <p:nvSpPr>
            <p:cNvPr id="425" name="Google Shape;425;p26"/>
            <p:cNvSpPr/>
            <p:nvPr/>
          </p:nvSpPr>
          <p:spPr>
            <a:xfrm>
              <a:off x="390513" y="1174900"/>
              <a:ext cx="1280100" cy="12801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26"/>
            <p:cNvSpPr/>
            <p:nvPr/>
          </p:nvSpPr>
          <p:spPr>
            <a:xfrm>
              <a:off x="299013" y="1079125"/>
              <a:ext cx="1280100" cy="1280100"/>
            </a:xfrm>
            <a:prstGeom prst="roundRect">
              <a:avLst>
                <a:gd name="adj" fmla="val 0"/>
              </a:avLst>
            </a:prstGeom>
            <a:solidFill>
              <a:schemeClr val="l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27" name="Google Shape;427;p26"/>
            <p:cNvGrpSpPr/>
            <p:nvPr/>
          </p:nvGrpSpPr>
          <p:grpSpPr>
            <a:xfrm>
              <a:off x="396400" y="1384064"/>
              <a:ext cx="1085400" cy="635100"/>
              <a:chOff x="396400" y="1399225"/>
              <a:chExt cx="1085400" cy="635100"/>
            </a:xfrm>
          </p:grpSpPr>
          <p:sp>
            <p:nvSpPr>
              <p:cNvPr id="428" name="Google Shape;428;p26"/>
              <p:cNvSpPr/>
              <p:nvPr/>
            </p:nvSpPr>
            <p:spPr>
              <a:xfrm>
                <a:off x="396400" y="1399225"/>
                <a:ext cx="1085400" cy="635100"/>
              </a:xfrm>
              <a:prstGeom prst="roundRect">
                <a:avLst>
                  <a:gd name="adj" fmla="val 0"/>
                </a:avLst>
              </a:prstGeom>
              <a:solidFill>
                <a:schemeClr val="lt2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429" name="Google Shape;429;p26"/>
              <p:cNvGrpSpPr/>
              <p:nvPr/>
            </p:nvGrpSpPr>
            <p:grpSpPr>
              <a:xfrm>
                <a:off x="712181" y="1506835"/>
                <a:ext cx="453838" cy="419880"/>
                <a:chOff x="733647" y="1423686"/>
                <a:chExt cx="453838" cy="419880"/>
              </a:xfrm>
            </p:grpSpPr>
            <p:sp>
              <p:nvSpPr>
                <p:cNvPr id="430" name="Google Shape;430;p26"/>
                <p:cNvSpPr/>
                <p:nvPr/>
              </p:nvSpPr>
              <p:spPr>
                <a:xfrm>
                  <a:off x="733647" y="1423686"/>
                  <a:ext cx="453838" cy="4198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81" h="9055" extrusionOk="0">
                      <a:moveTo>
                        <a:pt x="4904" y="1"/>
                      </a:moveTo>
                      <a:cubicBezTo>
                        <a:pt x="4654" y="1"/>
                        <a:pt x="4401" y="21"/>
                        <a:pt x="4147" y="64"/>
                      </a:cubicBezTo>
                      <a:cubicBezTo>
                        <a:pt x="1659" y="479"/>
                        <a:pt x="1" y="2820"/>
                        <a:pt x="440" y="5284"/>
                      </a:cubicBezTo>
                      <a:cubicBezTo>
                        <a:pt x="811" y="7493"/>
                        <a:pt x="2733" y="9054"/>
                        <a:pt x="4902" y="9054"/>
                      </a:cubicBezTo>
                      <a:cubicBezTo>
                        <a:pt x="5152" y="9054"/>
                        <a:pt x="5405" y="9034"/>
                        <a:pt x="5659" y="8991"/>
                      </a:cubicBezTo>
                      <a:cubicBezTo>
                        <a:pt x="8122" y="8576"/>
                        <a:pt x="9781" y="6235"/>
                        <a:pt x="9366" y="3771"/>
                      </a:cubicBezTo>
                      <a:cubicBezTo>
                        <a:pt x="8994" y="1562"/>
                        <a:pt x="7073" y="1"/>
                        <a:pt x="4904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1" name="Google Shape;431;p26"/>
                <p:cNvSpPr/>
                <p:nvPr/>
              </p:nvSpPr>
              <p:spPr>
                <a:xfrm>
                  <a:off x="898875" y="1539755"/>
                  <a:ext cx="163003" cy="1889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13" h="4074" extrusionOk="0">
                      <a:moveTo>
                        <a:pt x="1" y="0"/>
                      </a:moveTo>
                      <a:lnTo>
                        <a:pt x="1" y="4073"/>
                      </a:lnTo>
                      <a:lnTo>
                        <a:pt x="3513" y="2024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432" name="Google Shape;432;p26"/>
            <p:cNvGrpSpPr/>
            <p:nvPr/>
          </p:nvGrpSpPr>
          <p:grpSpPr>
            <a:xfrm>
              <a:off x="396391" y="2141102"/>
              <a:ext cx="1085342" cy="96171"/>
              <a:chOff x="417899" y="2116530"/>
              <a:chExt cx="1085342" cy="96171"/>
            </a:xfrm>
          </p:grpSpPr>
          <p:sp>
            <p:nvSpPr>
              <p:cNvPr id="433" name="Google Shape;433;p26"/>
              <p:cNvSpPr/>
              <p:nvPr/>
            </p:nvSpPr>
            <p:spPr>
              <a:xfrm>
                <a:off x="417899" y="2116530"/>
                <a:ext cx="1085342" cy="96171"/>
              </a:xfrm>
              <a:custGeom>
                <a:avLst/>
                <a:gdLst/>
                <a:ahLst/>
                <a:cxnLst/>
                <a:rect l="l" t="t" r="r" b="b"/>
                <a:pathLst>
                  <a:path w="23391" h="2074" extrusionOk="0">
                    <a:moveTo>
                      <a:pt x="1025" y="1"/>
                    </a:moveTo>
                    <a:cubicBezTo>
                      <a:pt x="464" y="1"/>
                      <a:pt x="1" y="464"/>
                      <a:pt x="1" y="1050"/>
                    </a:cubicBezTo>
                    <a:cubicBezTo>
                      <a:pt x="1" y="1611"/>
                      <a:pt x="464" y="2074"/>
                      <a:pt x="1025" y="2074"/>
                    </a:cubicBezTo>
                    <a:lnTo>
                      <a:pt x="22366" y="2074"/>
                    </a:lnTo>
                    <a:cubicBezTo>
                      <a:pt x="22927" y="2074"/>
                      <a:pt x="23391" y="1611"/>
                      <a:pt x="23391" y="1050"/>
                    </a:cubicBezTo>
                    <a:cubicBezTo>
                      <a:pt x="23391" y="464"/>
                      <a:pt x="22927" y="1"/>
                      <a:pt x="2236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" name="Google Shape;434;p26"/>
              <p:cNvSpPr/>
              <p:nvPr/>
            </p:nvSpPr>
            <p:spPr>
              <a:xfrm>
                <a:off x="417899" y="2116530"/>
                <a:ext cx="555733" cy="96171"/>
              </a:xfrm>
              <a:custGeom>
                <a:avLst/>
                <a:gdLst/>
                <a:ahLst/>
                <a:cxnLst/>
                <a:rect l="l" t="t" r="r" b="b"/>
                <a:pathLst>
                  <a:path w="11977" h="2074" extrusionOk="0">
                    <a:moveTo>
                      <a:pt x="1025" y="1"/>
                    </a:moveTo>
                    <a:cubicBezTo>
                      <a:pt x="464" y="1"/>
                      <a:pt x="1" y="464"/>
                      <a:pt x="1" y="1050"/>
                    </a:cubicBezTo>
                    <a:cubicBezTo>
                      <a:pt x="1" y="1611"/>
                      <a:pt x="464" y="2074"/>
                      <a:pt x="1025" y="2074"/>
                    </a:cubicBezTo>
                    <a:lnTo>
                      <a:pt x="11976" y="2074"/>
                    </a:lnTo>
                    <a:lnTo>
                      <a:pt x="11976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435" name="Google Shape;435;p26"/>
            <p:cNvCxnSpPr/>
            <p:nvPr/>
          </p:nvCxnSpPr>
          <p:spPr>
            <a:xfrm>
              <a:off x="308975" y="1262125"/>
              <a:ext cx="12633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436" name="Google Shape;436;p26"/>
          <p:cNvGrpSpPr/>
          <p:nvPr/>
        </p:nvGrpSpPr>
        <p:grpSpPr>
          <a:xfrm>
            <a:off x="7450704" y="1174899"/>
            <a:ext cx="1646100" cy="1188900"/>
            <a:chOff x="7403363" y="1047512"/>
            <a:chExt cx="1646100" cy="1188900"/>
          </a:xfrm>
        </p:grpSpPr>
        <p:sp>
          <p:nvSpPr>
            <p:cNvPr id="437" name="Google Shape;437;p26"/>
            <p:cNvSpPr/>
            <p:nvPr/>
          </p:nvSpPr>
          <p:spPr>
            <a:xfrm>
              <a:off x="7494863" y="1139012"/>
              <a:ext cx="1554600" cy="10974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26"/>
            <p:cNvSpPr/>
            <p:nvPr/>
          </p:nvSpPr>
          <p:spPr>
            <a:xfrm>
              <a:off x="7403363" y="1047512"/>
              <a:ext cx="1554600" cy="1097400"/>
            </a:xfrm>
            <a:prstGeom prst="roundRect">
              <a:avLst>
                <a:gd name="adj" fmla="val 0"/>
              </a:avLst>
            </a:prstGeom>
            <a:solidFill>
              <a:schemeClr val="l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439" name="Google Shape;439;p26"/>
            <p:cNvCxnSpPr/>
            <p:nvPr/>
          </p:nvCxnSpPr>
          <p:spPr>
            <a:xfrm>
              <a:off x="7413325" y="1230512"/>
              <a:ext cx="15447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440" name="Google Shape;440;p26"/>
            <p:cNvSpPr/>
            <p:nvPr/>
          </p:nvSpPr>
          <p:spPr>
            <a:xfrm>
              <a:off x="7540474" y="1687769"/>
              <a:ext cx="341378" cy="320032"/>
            </a:xfrm>
            <a:custGeom>
              <a:avLst/>
              <a:gdLst/>
              <a:ahLst/>
              <a:cxnLst/>
              <a:rect l="l" t="t" r="r" b="b"/>
              <a:pathLst>
                <a:path w="10634" h="9925" extrusionOk="0">
                  <a:moveTo>
                    <a:pt x="5308" y="0"/>
                  </a:moveTo>
                  <a:cubicBezTo>
                    <a:pt x="5171" y="0"/>
                    <a:pt x="5037" y="73"/>
                    <a:pt x="4976" y="220"/>
                  </a:cubicBezTo>
                  <a:lnTo>
                    <a:pt x="3659" y="2878"/>
                  </a:lnTo>
                  <a:cubicBezTo>
                    <a:pt x="3585" y="3000"/>
                    <a:pt x="3488" y="3073"/>
                    <a:pt x="3366" y="3073"/>
                  </a:cubicBezTo>
                  <a:lnTo>
                    <a:pt x="415" y="3512"/>
                  </a:lnTo>
                  <a:cubicBezTo>
                    <a:pt x="122" y="3561"/>
                    <a:pt x="0" y="3927"/>
                    <a:pt x="220" y="4147"/>
                  </a:cubicBezTo>
                  <a:lnTo>
                    <a:pt x="2341" y="6220"/>
                  </a:lnTo>
                  <a:cubicBezTo>
                    <a:pt x="2439" y="6317"/>
                    <a:pt x="2488" y="6439"/>
                    <a:pt x="2463" y="6561"/>
                  </a:cubicBezTo>
                  <a:lnTo>
                    <a:pt x="1951" y="9488"/>
                  </a:lnTo>
                  <a:cubicBezTo>
                    <a:pt x="1913" y="9736"/>
                    <a:pt x="2099" y="9924"/>
                    <a:pt x="2322" y="9924"/>
                  </a:cubicBezTo>
                  <a:cubicBezTo>
                    <a:pt x="2384" y="9924"/>
                    <a:pt x="2449" y="9910"/>
                    <a:pt x="2512" y="9878"/>
                  </a:cubicBezTo>
                  <a:lnTo>
                    <a:pt x="5122" y="8512"/>
                  </a:lnTo>
                  <a:cubicBezTo>
                    <a:pt x="5183" y="8476"/>
                    <a:pt x="5244" y="8457"/>
                    <a:pt x="5305" y="8457"/>
                  </a:cubicBezTo>
                  <a:cubicBezTo>
                    <a:pt x="5366" y="8457"/>
                    <a:pt x="5427" y="8476"/>
                    <a:pt x="5488" y="8512"/>
                  </a:cubicBezTo>
                  <a:lnTo>
                    <a:pt x="8122" y="9878"/>
                  </a:lnTo>
                  <a:cubicBezTo>
                    <a:pt x="8180" y="9910"/>
                    <a:pt x="8241" y="9924"/>
                    <a:pt x="8299" y="9924"/>
                  </a:cubicBezTo>
                  <a:cubicBezTo>
                    <a:pt x="8511" y="9924"/>
                    <a:pt x="8697" y="9736"/>
                    <a:pt x="8658" y="9488"/>
                  </a:cubicBezTo>
                  <a:lnTo>
                    <a:pt x="8146" y="6561"/>
                  </a:lnTo>
                  <a:cubicBezTo>
                    <a:pt x="8122" y="6439"/>
                    <a:pt x="8171" y="6317"/>
                    <a:pt x="8268" y="6220"/>
                  </a:cubicBezTo>
                  <a:lnTo>
                    <a:pt x="10390" y="4147"/>
                  </a:lnTo>
                  <a:cubicBezTo>
                    <a:pt x="10634" y="3927"/>
                    <a:pt x="10488" y="3561"/>
                    <a:pt x="10195" y="3512"/>
                  </a:cubicBezTo>
                  <a:lnTo>
                    <a:pt x="7244" y="3098"/>
                  </a:lnTo>
                  <a:cubicBezTo>
                    <a:pt x="7122" y="3073"/>
                    <a:pt x="7024" y="3000"/>
                    <a:pt x="6976" y="2878"/>
                  </a:cubicBezTo>
                  <a:lnTo>
                    <a:pt x="5658" y="220"/>
                  </a:lnTo>
                  <a:cubicBezTo>
                    <a:pt x="5585" y="73"/>
                    <a:pt x="5445" y="0"/>
                    <a:pt x="5308" y="0"/>
                  </a:cubicBezTo>
                  <a:close/>
                </a:path>
              </a:pathLst>
            </a:custGeom>
            <a:solidFill>
              <a:schemeClr val="accent3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26"/>
            <p:cNvSpPr/>
            <p:nvPr/>
          </p:nvSpPr>
          <p:spPr>
            <a:xfrm>
              <a:off x="8009987" y="1687769"/>
              <a:ext cx="341378" cy="320032"/>
            </a:xfrm>
            <a:custGeom>
              <a:avLst/>
              <a:gdLst/>
              <a:ahLst/>
              <a:cxnLst/>
              <a:rect l="l" t="t" r="r" b="b"/>
              <a:pathLst>
                <a:path w="10634" h="9925" extrusionOk="0">
                  <a:moveTo>
                    <a:pt x="5308" y="0"/>
                  </a:moveTo>
                  <a:cubicBezTo>
                    <a:pt x="5171" y="0"/>
                    <a:pt x="5037" y="73"/>
                    <a:pt x="4976" y="220"/>
                  </a:cubicBezTo>
                  <a:lnTo>
                    <a:pt x="3659" y="2878"/>
                  </a:lnTo>
                  <a:cubicBezTo>
                    <a:pt x="3585" y="3000"/>
                    <a:pt x="3488" y="3073"/>
                    <a:pt x="3366" y="3073"/>
                  </a:cubicBezTo>
                  <a:lnTo>
                    <a:pt x="415" y="3512"/>
                  </a:lnTo>
                  <a:cubicBezTo>
                    <a:pt x="122" y="3561"/>
                    <a:pt x="0" y="3927"/>
                    <a:pt x="220" y="4147"/>
                  </a:cubicBezTo>
                  <a:lnTo>
                    <a:pt x="2341" y="6220"/>
                  </a:lnTo>
                  <a:cubicBezTo>
                    <a:pt x="2439" y="6317"/>
                    <a:pt x="2488" y="6439"/>
                    <a:pt x="2463" y="6561"/>
                  </a:cubicBezTo>
                  <a:lnTo>
                    <a:pt x="1951" y="9488"/>
                  </a:lnTo>
                  <a:cubicBezTo>
                    <a:pt x="1913" y="9736"/>
                    <a:pt x="2099" y="9924"/>
                    <a:pt x="2322" y="9924"/>
                  </a:cubicBezTo>
                  <a:cubicBezTo>
                    <a:pt x="2384" y="9924"/>
                    <a:pt x="2449" y="9910"/>
                    <a:pt x="2512" y="9878"/>
                  </a:cubicBezTo>
                  <a:lnTo>
                    <a:pt x="5122" y="8512"/>
                  </a:lnTo>
                  <a:cubicBezTo>
                    <a:pt x="5183" y="8476"/>
                    <a:pt x="5244" y="8457"/>
                    <a:pt x="5305" y="8457"/>
                  </a:cubicBezTo>
                  <a:cubicBezTo>
                    <a:pt x="5366" y="8457"/>
                    <a:pt x="5427" y="8476"/>
                    <a:pt x="5488" y="8512"/>
                  </a:cubicBezTo>
                  <a:lnTo>
                    <a:pt x="8122" y="9878"/>
                  </a:lnTo>
                  <a:cubicBezTo>
                    <a:pt x="8180" y="9910"/>
                    <a:pt x="8241" y="9924"/>
                    <a:pt x="8299" y="9924"/>
                  </a:cubicBezTo>
                  <a:cubicBezTo>
                    <a:pt x="8511" y="9924"/>
                    <a:pt x="8697" y="9736"/>
                    <a:pt x="8658" y="9488"/>
                  </a:cubicBezTo>
                  <a:lnTo>
                    <a:pt x="8146" y="6561"/>
                  </a:lnTo>
                  <a:cubicBezTo>
                    <a:pt x="8122" y="6439"/>
                    <a:pt x="8171" y="6317"/>
                    <a:pt x="8268" y="6220"/>
                  </a:cubicBezTo>
                  <a:lnTo>
                    <a:pt x="10390" y="4147"/>
                  </a:lnTo>
                  <a:cubicBezTo>
                    <a:pt x="10634" y="3927"/>
                    <a:pt x="10488" y="3561"/>
                    <a:pt x="10195" y="3512"/>
                  </a:cubicBezTo>
                  <a:lnTo>
                    <a:pt x="7244" y="3098"/>
                  </a:lnTo>
                  <a:cubicBezTo>
                    <a:pt x="7122" y="3073"/>
                    <a:pt x="7024" y="3000"/>
                    <a:pt x="6976" y="2878"/>
                  </a:cubicBezTo>
                  <a:lnTo>
                    <a:pt x="5658" y="220"/>
                  </a:lnTo>
                  <a:cubicBezTo>
                    <a:pt x="5585" y="73"/>
                    <a:pt x="5445" y="0"/>
                    <a:pt x="5308" y="0"/>
                  </a:cubicBezTo>
                  <a:close/>
                </a:path>
              </a:pathLst>
            </a:custGeom>
            <a:solidFill>
              <a:schemeClr val="accent3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26"/>
            <p:cNvSpPr/>
            <p:nvPr/>
          </p:nvSpPr>
          <p:spPr>
            <a:xfrm>
              <a:off x="8479499" y="1687769"/>
              <a:ext cx="341378" cy="320032"/>
            </a:xfrm>
            <a:custGeom>
              <a:avLst/>
              <a:gdLst/>
              <a:ahLst/>
              <a:cxnLst/>
              <a:rect l="l" t="t" r="r" b="b"/>
              <a:pathLst>
                <a:path w="10634" h="9925" extrusionOk="0">
                  <a:moveTo>
                    <a:pt x="5308" y="0"/>
                  </a:moveTo>
                  <a:cubicBezTo>
                    <a:pt x="5171" y="0"/>
                    <a:pt x="5037" y="73"/>
                    <a:pt x="4976" y="220"/>
                  </a:cubicBezTo>
                  <a:lnTo>
                    <a:pt x="3659" y="2878"/>
                  </a:lnTo>
                  <a:cubicBezTo>
                    <a:pt x="3585" y="3000"/>
                    <a:pt x="3488" y="3073"/>
                    <a:pt x="3366" y="3073"/>
                  </a:cubicBezTo>
                  <a:lnTo>
                    <a:pt x="415" y="3512"/>
                  </a:lnTo>
                  <a:cubicBezTo>
                    <a:pt x="122" y="3561"/>
                    <a:pt x="0" y="3927"/>
                    <a:pt x="220" y="4147"/>
                  </a:cubicBezTo>
                  <a:lnTo>
                    <a:pt x="2341" y="6220"/>
                  </a:lnTo>
                  <a:cubicBezTo>
                    <a:pt x="2439" y="6317"/>
                    <a:pt x="2488" y="6439"/>
                    <a:pt x="2463" y="6561"/>
                  </a:cubicBezTo>
                  <a:lnTo>
                    <a:pt x="1951" y="9488"/>
                  </a:lnTo>
                  <a:cubicBezTo>
                    <a:pt x="1913" y="9736"/>
                    <a:pt x="2099" y="9924"/>
                    <a:pt x="2322" y="9924"/>
                  </a:cubicBezTo>
                  <a:cubicBezTo>
                    <a:pt x="2384" y="9924"/>
                    <a:pt x="2449" y="9910"/>
                    <a:pt x="2512" y="9878"/>
                  </a:cubicBezTo>
                  <a:lnTo>
                    <a:pt x="5122" y="8512"/>
                  </a:lnTo>
                  <a:cubicBezTo>
                    <a:pt x="5183" y="8476"/>
                    <a:pt x="5244" y="8457"/>
                    <a:pt x="5305" y="8457"/>
                  </a:cubicBezTo>
                  <a:cubicBezTo>
                    <a:pt x="5366" y="8457"/>
                    <a:pt x="5427" y="8476"/>
                    <a:pt x="5488" y="8512"/>
                  </a:cubicBezTo>
                  <a:lnTo>
                    <a:pt x="8122" y="9878"/>
                  </a:lnTo>
                  <a:cubicBezTo>
                    <a:pt x="8180" y="9910"/>
                    <a:pt x="8241" y="9924"/>
                    <a:pt x="8299" y="9924"/>
                  </a:cubicBezTo>
                  <a:cubicBezTo>
                    <a:pt x="8511" y="9924"/>
                    <a:pt x="8697" y="9736"/>
                    <a:pt x="8658" y="9488"/>
                  </a:cubicBezTo>
                  <a:lnTo>
                    <a:pt x="8146" y="6561"/>
                  </a:lnTo>
                  <a:cubicBezTo>
                    <a:pt x="8122" y="6439"/>
                    <a:pt x="8171" y="6317"/>
                    <a:pt x="8268" y="6220"/>
                  </a:cubicBezTo>
                  <a:lnTo>
                    <a:pt x="10390" y="4147"/>
                  </a:lnTo>
                  <a:cubicBezTo>
                    <a:pt x="10634" y="3927"/>
                    <a:pt x="10488" y="3561"/>
                    <a:pt x="10195" y="3512"/>
                  </a:cubicBezTo>
                  <a:lnTo>
                    <a:pt x="7244" y="3098"/>
                  </a:lnTo>
                  <a:cubicBezTo>
                    <a:pt x="7122" y="3073"/>
                    <a:pt x="7024" y="3000"/>
                    <a:pt x="6976" y="2878"/>
                  </a:cubicBezTo>
                  <a:lnTo>
                    <a:pt x="5658" y="220"/>
                  </a:lnTo>
                  <a:cubicBezTo>
                    <a:pt x="5585" y="73"/>
                    <a:pt x="5445" y="0"/>
                    <a:pt x="5308" y="0"/>
                  </a:cubicBezTo>
                  <a:close/>
                </a:path>
              </a:pathLst>
            </a:custGeom>
            <a:solidFill>
              <a:schemeClr val="accent3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43" name="Google Shape;443;p26"/>
            <p:cNvGrpSpPr/>
            <p:nvPr/>
          </p:nvGrpSpPr>
          <p:grpSpPr>
            <a:xfrm>
              <a:off x="7770652" y="1367593"/>
              <a:ext cx="820034" cy="187786"/>
              <a:chOff x="4005100" y="3437025"/>
              <a:chExt cx="535375" cy="122600"/>
            </a:xfrm>
          </p:grpSpPr>
          <p:sp>
            <p:nvSpPr>
              <p:cNvPr id="444" name="Google Shape;444;p26"/>
              <p:cNvSpPr/>
              <p:nvPr/>
            </p:nvSpPr>
            <p:spPr>
              <a:xfrm>
                <a:off x="4005100" y="3437025"/>
                <a:ext cx="535375" cy="33575"/>
              </a:xfrm>
              <a:custGeom>
                <a:avLst/>
                <a:gdLst/>
                <a:ahLst/>
                <a:cxnLst/>
                <a:rect l="l" t="t" r="r" b="b"/>
                <a:pathLst>
                  <a:path w="21415" h="1343" extrusionOk="0">
                    <a:moveTo>
                      <a:pt x="903" y="1"/>
                    </a:moveTo>
                    <a:cubicBezTo>
                      <a:pt x="1" y="1"/>
                      <a:pt x="1" y="1342"/>
                      <a:pt x="903" y="1342"/>
                    </a:cubicBezTo>
                    <a:lnTo>
                      <a:pt x="20488" y="1342"/>
                    </a:lnTo>
                    <a:cubicBezTo>
                      <a:pt x="21415" y="1342"/>
                      <a:pt x="21415" y="1"/>
                      <a:pt x="2048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" name="Google Shape;445;p26"/>
              <p:cNvSpPr/>
              <p:nvPr/>
            </p:nvSpPr>
            <p:spPr>
              <a:xfrm>
                <a:off x="4064850" y="3525450"/>
                <a:ext cx="415275" cy="34175"/>
              </a:xfrm>
              <a:custGeom>
                <a:avLst/>
                <a:gdLst/>
                <a:ahLst/>
                <a:cxnLst/>
                <a:rect l="l" t="t" r="r" b="b"/>
                <a:pathLst>
                  <a:path w="16611" h="1367" extrusionOk="0">
                    <a:moveTo>
                      <a:pt x="928" y="0"/>
                    </a:moveTo>
                    <a:cubicBezTo>
                      <a:pt x="1" y="0"/>
                      <a:pt x="1" y="1366"/>
                      <a:pt x="928" y="1366"/>
                    </a:cubicBezTo>
                    <a:lnTo>
                      <a:pt x="15708" y="1366"/>
                    </a:lnTo>
                    <a:cubicBezTo>
                      <a:pt x="16610" y="1366"/>
                      <a:pt x="16610" y="0"/>
                      <a:pt x="1570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46" name="Google Shape;446;p26"/>
          <p:cNvGrpSpPr/>
          <p:nvPr/>
        </p:nvGrpSpPr>
        <p:grpSpPr>
          <a:xfrm>
            <a:off x="7855413" y="2571747"/>
            <a:ext cx="836668" cy="1371596"/>
            <a:chOff x="2771692" y="3497697"/>
            <a:chExt cx="836668" cy="1371596"/>
          </a:xfrm>
        </p:grpSpPr>
        <p:sp>
          <p:nvSpPr>
            <p:cNvPr id="447" name="Google Shape;447;p26"/>
            <p:cNvSpPr/>
            <p:nvPr/>
          </p:nvSpPr>
          <p:spPr>
            <a:xfrm>
              <a:off x="2771692" y="3497697"/>
              <a:ext cx="836668" cy="1371596"/>
            </a:xfrm>
            <a:custGeom>
              <a:avLst/>
              <a:gdLst/>
              <a:ahLst/>
              <a:cxnLst/>
              <a:rect l="l" t="t" r="r" b="b"/>
              <a:pathLst>
                <a:path w="9513" h="15683" extrusionOk="0">
                  <a:moveTo>
                    <a:pt x="4757" y="0"/>
                  </a:moveTo>
                  <a:cubicBezTo>
                    <a:pt x="7391" y="0"/>
                    <a:pt x="9513" y="2122"/>
                    <a:pt x="9513" y="4756"/>
                  </a:cubicBezTo>
                  <a:lnTo>
                    <a:pt x="9513" y="11049"/>
                  </a:lnTo>
                  <a:cubicBezTo>
                    <a:pt x="9464" y="13634"/>
                    <a:pt x="7342" y="15683"/>
                    <a:pt x="4757" y="15683"/>
                  </a:cubicBezTo>
                  <a:cubicBezTo>
                    <a:pt x="2172" y="15683"/>
                    <a:pt x="74" y="13634"/>
                    <a:pt x="1" y="11049"/>
                  </a:cubicBezTo>
                  <a:lnTo>
                    <a:pt x="1" y="4756"/>
                  </a:lnTo>
                  <a:cubicBezTo>
                    <a:pt x="1" y="2122"/>
                    <a:pt x="2123" y="0"/>
                    <a:pt x="475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26"/>
            <p:cNvSpPr/>
            <p:nvPr/>
          </p:nvSpPr>
          <p:spPr>
            <a:xfrm>
              <a:off x="2771692" y="3497697"/>
              <a:ext cx="836668" cy="1371596"/>
            </a:xfrm>
            <a:custGeom>
              <a:avLst/>
              <a:gdLst/>
              <a:ahLst/>
              <a:cxnLst/>
              <a:rect l="l" t="t" r="r" b="b"/>
              <a:pathLst>
                <a:path w="9513" h="15683" extrusionOk="0">
                  <a:moveTo>
                    <a:pt x="4757" y="0"/>
                  </a:moveTo>
                  <a:cubicBezTo>
                    <a:pt x="7391" y="0"/>
                    <a:pt x="9513" y="2122"/>
                    <a:pt x="9513" y="4756"/>
                  </a:cubicBezTo>
                  <a:lnTo>
                    <a:pt x="9513" y="11049"/>
                  </a:lnTo>
                  <a:cubicBezTo>
                    <a:pt x="9464" y="13634"/>
                    <a:pt x="7342" y="15683"/>
                    <a:pt x="4757" y="15683"/>
                  </a:cubicBezTo>
                  <a:cubicBezTo>
                    <a:pt x="2172" y="15683"/>
                    <a:pt x="74" y="13634"/>
                    <a:pt x="1" y="11049"/>
                  </a:cubicBezTo>
                  <a:lnTo>
                    <a:pt x="1" y="4756"/>
                  </a:lnTo>
                  <a:cubicBezTo>
                    <a:pt x="1" y="2122"/>
                    <a:pt x="2123" y="0"/>
                    <a:pt x="4757" y="0"/>
                  </a:cubicBezTo>
                  <a:close/>
                  <a:moveTo>
                    <a:pt x="4903" y="390"/>
                  </a:moveTo>
                  <a:lnTo>
                    <a:pt x="4903" y="2293"/>
                  </a:lnTo>
                  <a:cubicBezTo>
                    <a:pt x="5391" y="2390"/>
                    <a:pt x="5732" y="2781"/>
                    <a:pt x="5732" y="3268"/>
                  </a:cubicBezTo>
                  <a:lnTo>
                    <a:pt x="5732" y="6000"/>
                  </a:lnTo>
                  <a:cubicBezTo>
                    <a:pt x="5732" y="6488"/>
                    <a:pt x="5391" y="6902"/>
                    <a:pt x="4903" y="6976"/>
                  </a:cubicBezTo>
                  <a:lnTo>
                    <a:pt x="4903" y="8268"/>
                  </a:lnTo>
                  <a:lnTo>
                    <a:pt x="5123" y="8268"/>
                  </a:lnTo>
                  <a:cubicBezTo>
                    <a:pt x="5854" y="8268"/>
                    <a:pt x="6562" y="8171"/>
                    <a:pt x="7269" y="7976"/>
                  </a:cubicBezTo>
                  <a:cubicBezTo>
                    <a:pt x="7928" y="7756"/>
                    <a:pt x="8537" y="7488"/>
                    <a:pt x="9123" y="7122"/>
                  </a:cubicBezTo>
                  <a:lnTo>
                    <a:pt x="9123" y="4756"/>
                  </a:lnTo>
                  <a:cubicBezTo>
                    <a:pt x="9098" y="2415"/>
                    <a:pt x="7245" y="488"/>
                    <a:pt x="4903" y="415"/>
                  </a:cubicBezTo>
                  <a:close/>
                  <a:moveTo>
                    <a:pt x="4611" y="2293"/>
                  </a:moveTo>
                  <a:lnTo>
                    <a:pt x="4611" y="415"/>
                  </a:lnTo>
                  <a:cubicBezTo>
                    <a:pt x="2269" y="488"/>
                    <a:pt x="416" y="2415"/>
                    <a:pt x="391" y="4756"/>
                  </a:cubicBezTo>
                  <a:lnTo>
                    <a:pt x="391" y="7122"/>
                  </a:lnTo>
                  <a:cubicBezTo>
                    <a:pt x="976" y="7463"/>
                    <a:pt x="1611" y="7756"/>
                    <a:pt x="2245" y="7951"/>
                  </a:cubicBezTo>
                  <a:cubicBezTo>
                    <a:pt x="2952" y="8146"/>
                    <a:pt x="3659" y="8268"/>
                    <a:pt x="4391" y="8244"/>
                  </a:cubicBezTo>
                  <a:lnTo>
                    <a:pt x="4611" y="8244"/>
                  </a:lnTo>
                  <a:lnTo>
                    <a:pt x="4611" y="6976"/>
                  </a:lnTo>
                  <a:cubicBezTo>
                    <a:pt x="4123" y="6902"/>
                    <a:pt x="3781" y="6488"/>
                    <a:pt x="3781" y="6000"/>
                  </a:cubicBezTo>
                  <a:lnTo>
                    <a:pt x="3781" y="3268"/>
                  </a:lnTo>
                  <a:cubicBezTo>
                    <a:pt x="3781" y="2781"/>
                    <a:pt x="4123" y="2390"/>
                    <a:pt x="4611" y="2293"/>
                  </a:cubicBezTo>
                  <a:close/>
                  <a:moveTo>
                    <a:pt x="5220" y="2781"/>
                  </a:moveTo>
                  <a:cubicBezTo>
                    <a:pt x="5098" y="2659"/>
                    <a:pt x="4928" y="2585"/>
                    <a:pt x="4757" y="2585"/>
                  </a:cubicBezTo>
                  <a:lnTo>
                    <a:pt x="4757" y="2585"/>
                  </a:lnTo>
                  <a:cubicBezTo>
                    <a:pt x="4391" y="2585"/>
                    <a:pt x="4074" y="2902"/>
                    <a:pt x="4074" y="3268"/>
                  </a:cubicBezTo>
                  <a:lnTo>
                    <a:pt x="4074" y="6000"/>
                  </a:lnTo>
                  <a:cubicBezTo>
                    <a:pt x="4074" y="6390"/>
                    <a:pt x="4391" y="6683"/>
                    <a:pt x="4757" y="6683"/>
                  </a:cubicBezTo>
                  <a:lnTo>
                    <a:pt x="4757" y="6683"/>
                  </a:lnTo>
                  <a:cubicBezTo>
                    <a:pt x="4928" y="6683"/>
                    <a:pt x="5098" y="6610"/>
                    <a:pt x="5220" y="6488"/>
                  </a:cubicBezTo>
                  <a:cubicBezTo>
                    <a:pt x="5367" y="6366"/>
                    <a:pt x="5440" y="6195"/>
                    <a:pt x="5440" y="6000"/>
                  </a:cubicBezTo>
                  <a:lnTo>
                    <a:pt x="5440" y="3268"/>
                  </a:lnTo>
                  <a:cubicBezTo>
                    <a:pt x="5440" y="3098"/>
                    <a:pt x="5367" y="2927"/>
                    <a:pt x="5220" y="2781"/>
                  </a:cubicBezTo>
                  <a:close/>
                  <a:moveTo>
                    <a:pt x="9123" y="7463"/>
                  </a:moveTo>
                  <a:cubicBezTo>
                    <a:pt x="8562" y="7805"/>
                    <a:pt x="7976" y="8073"/>
                    <a:pt x="7342" y="8244"/>
                  </a:cubicBezTo>
                  <a:cubicBezTo>
                    <a:pt x="6635" y="8463"/>
                    <a:pt x="5879" y="8561"/>
                    <a:pt x="5123" y="8561"/>
                  </a:cubicBezTo>
                  <a:lnTo>
                    <a:pt x="4391" y="8561"/>
                  </a:lnTo>
                  <a:cubicBezTo>
                    <a:pt x="2976" y="8561"/>
                    <a:pt x="1611" y="8195"/>
                    <a:pt x="391" y="7463"/>
                  </a:cubicBezTo>
                  <a:lnTo>
                    <a:pt x="391" y="11049"/>
                  </a:lnTo>
                  <a:cubicBezTo>
                    <a:pt x="464" y="13414"/>
                    <a:pt x="2391" y="15292"/>
                    <a:pt x="4757" y="15292"/>
                  </a:cubicBezTo>
                  <a:cubicBezTo>
                    <a:pt x="7123" y="15292"/>
                    <a:pt x="9049" y="13414"/>
                    <a:pt x="9123" y="1104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26"/>
            <p:cNvSpPr/>
            <p:nvPr/>
          </p:nvSpPr>
          <p:spPr>
            <a:xfrm>
              <a:off x="3202911" y="3533904"/>
              <a:ext cx="371149" cy="686979"/>
            </a:xfrm>
            <a:custGeom>
              <a:avLst/>
              <a:gdLst/>
              <a:ahLst/>
              <a:cxnLst/>
              <a:rect l="l" t="t" r="r" b="b"/>
              <a:pathLst>
                <a:path w="4220" h="7855" extrusionOk="0">
                  <a:moveTo>
                    <a:pt x="537" y="2171"/>
                  </a:moveTo>
                  <a:cubicBezTo>
                    <a:pt x="732" y="2342"/>
                    <a:pt x="829" y="2586"/>
                    <a:pt x="829" y="2854"/>
                  </a:cubicBezTo>
                  <a:lnTo>
                    <a:pt x="829" y="5586"/>
                  </a:lnTo>
                  <a:cubicBezTo>
                    <a:pt x="829" y="6074"/>
                    <a:pt x="488" y="6488"/>
                    <a:pt x="0" y="6562"/>
                  </a:cubicBezTo>
                  <a:lnTo>
                    <a:pt x="0" y="7854"/>
                  </a:lnTo>
                  <a:lnTo>
                    <a:pt x="220" y="7854"/>
                  </a:lnTo>
                  <a:cubicBezTo>
                    <a:pt x="951" y="7854"/>
                    <a:pt x="1659" y="7757"/>
                    <a:pt x="2366" y="7562"/>
                  </a:cubicBezTo>
                  <a:cubicBezTo>
                    <a:pt x="3025" y="7342"/>
                    <a:pt x="3634" y="7074"/>
                    <a:pt x="4220" y="6708"/>
                  </a:cubicBezTo>
                  <a:lnTo>
                    <a:pt x="4220" y="4342"/>
                  </a:lnTo>
                  <a:cubicBezTo>
                    <a:pt x="4195" y="2001"/>
                    <a:pt x="2342" y="74"/>
                    <a:pt x="0" y="1"/>
                  </a:cubicBezTo>
                  <a:lnTo>
                    <a:pt x="0" y="1903"/>
                  </a:lnTo>
                  <a:cubicBezTo>
                    <a:pt x="220" y="1928"/>
                    <a:pt x="390" y="2025"/>
                    <a:pt x="537" y="217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26"/>
            <p:cNvSpPr/>
            <p:nvPr/>
          </p:nvSpPr>
          <p:spPr>
            <a:xfrm>
              <a:off x="3129912" y="3708819"/>
              <a:ext cx="120228" cy="373356"/>
            </a:xfrm>
            <a:custGeom>
              <a:avLst/>
              <a:gdLst/>
              <a:ahLst/>
              <a:cxnLst/>
              <a:rect l="l" t="t" r="r" b="b"/>
              <a:pathLst>
                <a:path w="1367" h="4269" extrusionOk="0">
                  <a:moveTo>
                    <a:pt x="1367" y="3586"/>
                  </a:moveTo>
                  <a:lnTo>
                    <a:pt x="1367" y="854"/>
                  </a:lnTo>
                  <a:cubicBezTo>
                    <a:pt x="1294" y="1"/>
                    <a:pt x="74" y="1"/>
                    <a:pt x="1" y="854"/>
                  </a:cubicBezTo>
                  <a:lnTo>
                    <a:pt x="1" y="3586"/>
                  </a:lnTo>
                  <a:cubicBezTo>
                    <a:pt x="1" y="3976"/>
                    <a:pt x="318" y="4269"/>
                    <a:pt x="684" y="4269"/>
                  </a:cubicBezTo>
                  <a:cubicBezTo>
                    <a:pt x="855" y="4269"/>
                    <a:pt x="1025" y="4196"/>
                    <a:pt x="1172" y="4074"/>
                  </a:cubicBezTo>
                  <a:cubicBezTo>
                    <a:pt x="1294" y="3952"/>
                    <a:pt x="1367" y="3781"/>
                    <a:pt x="1367" y="358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26"/>
            <p:cNvSpPr/>
            <p:nvPr/>
          </p:nvSpPr>
          <p:spPr>
            <a:xfrm>
              <a:off x="2806080" y="3533904"/>
              <a:ext cx="371149" cy="686979"/>
            </a:xfrm>
            <a:custGeom>
              <a:avLst/>
              <a:gdLst/>
              <a:ahLst/>
              <a:cxnLst/>
              <a:rect l="l" t="t" r="r" b="b"/>
              <a:pathLst>
                <a:path w="4220" h="7855" extrusionOk="0">
                  <a:moveTo>
                    <a:pt x="3390" y="5586"/>
                  </a:moveTo>
                  <a:lnTo>
                    <a:pt x="3390" y="2854"/>
                  </a:lnTo>
                  <a:cubicBezTo>
                    <a:pt x="3390" y="2367"/>
                    <a:pt x="3756" y="1976"/>
                    <a:pt x="4220" y="1903"/>
                  </a:cubicBezTo>
                  <a:lnTo>
                    <a:pt x="4220" y="1"/>
                  </a:lnTo>
                  <a:cubicBezTo>
                    <a:pt x="1878" y="74"/>
                    <a:pt x="25" y="2001"/>
                    <a:pt x="0" y="4342"/>
                  </a:cubicBezTo>
                  <a:lnTo>
                    <a:pt x="0" y="6708"/>
                  </a:lnTo>
                  <a:cubicBezTo>
                    <a:pt x="585" y="7049"/>
                    <a:pt x="1220" y="7342"/>
                    <a:pt x="1854" y="7537"/>
                  </a:cubicBezTo>
                  <a:cubicBezTo>
                    <a:pt x="2561" y="7732"/>
                    <a:pt x="3268" y="7854"/>
                    <a:pt x="4000" y="7830"/>
                  </a:cubicBezTo>
                  <a:lnTo>
                    <a:pt x="4220" y="7830"/>
                  </a:lnTo>
                  <a:lnTo>
                    <a:pt x="4220" y="6562"/>
                  </a:lnTo>
                  <a:cubicBezTo>
                    <a:pt x="3732" y="6488"/>
                    <a:pt x="3390" y="6074"/>
                    <a:pt x="3390" y="558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26"/>
            <p:cNvSpPr/>
            <p:nvPr/>
          </p:nvSpPr>
          <p:spPr>
            <a:xfrm>
              <a:off x="2806080" y="4150392"/>
              <a:ext cx="767979" cy="684792"/>
            </a:xfrm>
            <a:custGeom>
              <a:avLst/>
              <a:gdLst/>
              <a:ahLst/>
              <a:cxnLst/>
              <a:rect l="l" t="t" r="r" b="b"/>
              <a:pathLst>
                <a:path w="8732" h="7830" extrusionOk="0">
                  <a:moveTo>
                    <a:pt x="6976" y="781"/>
                  </a:moveTo>
                  <a:cubicBezTo>
                    <a:pt x="6244" y="1000"/>
                    <a:pt x="5488" y="1098"/>
                    <a:pt x="4732" y="1098"/>
                  </a:cubicBezTo>
                  <a:lnTo>
                    <a:pt x="4000" y="1098"/>
                  </a:lnTo>
                  <a:cubicBezTo>
                    <a:pt x="2585" y="1098"/>
                    <a:pt x="1220" y="732"/>
                    <a:pt x="0" y="0"/>
                  </a:cubicBezTo>
                  <a:lnTo>
                    <a:pt x="0" y="3586"/>
                  </a:lnTo>
                  <a:cubicBezTo>
                    <a:pt x="73" y="5951"/>
                    <a:pt x="2000" y="7829"/>
                    <a:pt x="4366" y="7829"/>
                  </a:cubicBezTo>
                  <a:cubicBezTo>
                    <a:pt x="6732" y="7829"/>
                    <a:pt x="8658" y="5951"/>
                    <a:pt x="8732" y="3586"/>
                  </a:cubicBezTo>
                  <a:lnTo>
                    <a:pt x="8732" y="0"/>
                  </a:lnTo>
                  <a:cubicBezTo>
                    <a:pt x="8171" y="342"/>
                    <a:pt x="7585" y="610"/>
                    <a:pt x="6976" y="78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26"/>
            <p:cNvSpPr/>
            <p:nvPr/>
          </p:nvSpPr>
          <p:spPr>
            <a:xfrm>
              <a:off x="3505371" y="4248519"/>
              <a:ext cx="34388" cy="266658"/>
            </a:xfrm>
            <a:custGeom>
              <a:avLst/>
              <a:gdLst/>
              <a:ahLst/>
              <a:cxnLst/>
              <a:rect l="l" t="t" r="r" b="b"/>
              <a:pathLst>
                <a:path w="391" h="3049" extrusionOk="0">
                  <a:moveTo>
                    <a:pt x="0" y="195"/>
                  </a:moveTo>
                  <a:cubicBezTo>
                    <a:pt x="0" y="98"/>
                    <a:pt x="98" y="0"/>
                    <a:pt x="195" y="0"/>
                  </a:cubicBezTo>
                  <a:cubicBezTo>
                    <a:pt x="317" y="0"/>
                    <a:pt x="390" y="98"/>
                    <a:pt x="390" y="195"/>
                  </a:cubicBezTo>
                  <a:lnTo>
                    <a:pt x="390" y="1927"/>
                  </a:lnTo>
                  <a:cubicBezTo>
                    <a:pt x="390" y="2025"/>
                    <a:pt x="317" y="2122"/>
                    <a:pt x="195" y="2122"/>
                  </a:cubicBezTo>
                  <a:cubicBezTo>
                    <a:pt x="98" y="2122"/>
                    <a:pt x="0" y="2025"/>
                    <a:pt x="0" y="1927"/>
                  </a:cubicBezTo>
                  <a:close/>
                  <a:moveTo>
                    <a:pt x="0" y="2537"/>
                  </a:moveTo>
                  <a:cubicBezTo>
                    <a:pt x="0" y="2439"/>
                    <a:pt x="98" y="2342"/>
                    <a:pt x="195" y="2342"/>
                  </a:cubicBezTo>
                  <a:cubicBezTo>
                    <a:pt x="317" y="2342"/>
                    <a:pt x="390" y="2439"/>
                    <a:pt x="390" y="2537"/>
                  </a:cubicBezTo>
                  <a:lnTo>
                    <a:pt x="390" y="2854"/>
                  </a:lnTo>
                  <a:cubicBezTo>
                    <a:pt x="390" y="2951"/>
                    <a:pt x="317" y="3049"/>
                    <a:pt x="195" y="3049"/>
                  </a:cubicBezTo>
                  <a:cubicBezTo>
                    <a:pt x="73" y="3049"/>
                    <a:pt x="0" y="2951"/>
                    <a:pt x="0" y="285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26"/>
            <p:cNvSpPr/>
            <p:nvPr/>
          </p:nvSpPr>
          <p:spPr>
            <a:xfrm>
              <a:off x="3202911" y="3533904"/>
              <a:ext cx="371149" cy="633630"/>
            </a:xfrm>
            <a:custGeom>
              <a:avLst/>
              <a:gdLst/>
              <a:ahLst/>
              <a:cxnLst/>
              <a:rect l="l" t="t" r="r" b="b"/>
              <a:pathLst>
                <a:path w="4220" h="7245" extrusionOk="0">
                  <a:moveTo>
                    <a:pt x="3610" y="4635"/>
                  </a:moveTo>
                  <a:lnTo>
                    <a:pt x="3610" y="7001"/>
                  </a:lnTo>
                  <a:cubicBezTo>
                    <a:pt x="3464" y="7098"/>
                    <a:pt x="3317" y="7171"/>
                    <a:pt x="3171" y="7244"/>
                  </a:cubicBezTo>
                  <a:cubicBezTo>
                    <a:pt x="3537" y="7098"/>
                    <a:pt x="3878" y="6903"/>
                    <a:pt x="4220" y="6708"/>
                  </a:cubicBezTo>
                  <a:lnTo>
                    <a:pt x="4220" y="4342"/>
                  </a:lnTo>
                  <a:cubicBezTo>
                    <a:pt x="4195" y="2001"/>
                    <a:pt x="2342" y="74"/>
                    <a:pt x="0" y="1"/>
                  </a:cubicBezTo>
                  <a:lnTo>
                    <a:pt x="0" y="342"/>
                  </a:lnTo>
                  <a:cubicBezTo>
                    <a:pt x="2073" y="732"/>
                    <a:pt x="3586" y="2537"/>
                    <a:pt x="3610" y="4635"/>
                  </a:cubicBez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26"/>
            <p:cNvSpPr/>
            <p:nvPr/>
          </p:nvSpPr>
          <p:spPr>
            <a:xfrm>
              <a:off x="3329471" y="4150392"/>
              <a:ext cx="246788" cy="667738"/>
            </a:xfrm>
            <a:custGeom>
              <a:avLst/>
              <a:gdLst/>
              <a:ahLst/>
              <a:cxnLst/>
              <a:rect l="l" t="t" r="r" b="b"/>
              <a:pathLst>
                <a:path w="2806" h="7635" extrusionOk="0">
                  <a:moveTo>
                    <a:pt x="2781" y="0"/>
                  </a:moveTo>
                  <a:cubicBezTo>
                    <a:pt x="2586" y="122"/>
                    <a:pt x="2366" y="244"/>
                    <a:pt x="2171" y="342"/>
                  </a:cubicBezTo>
                  <a:lnTo>
                    <a:pt x="2171" y="1122"/>
                  </a:lnTo>
                  <a:lnTo>
                    <a:pt x="2195" y="1122"/>
                  </a:lnTo>
                  <a:cubicBezTo>
                    <a:pt x="2317" y="1122"/>
                    <a:pt x="2390" y="1220"/>
                    <a:pt x="2390" y="1317"/>
                  </a:cubicBezTo>
                  <a:lnTo>
                    <a:pt x="2390" y="3049"/>
                  </a:lnTo>
                  <a:cubicBezTo>
                    <a:pt x="2390" y="3147"/>
                    <a:pt x="2317" y="3244"/>
                    <a:pt x="2195" y="3244"/>
                  </a:cubicBezTo>
                  <a:lnTo>
                    <a:pt x="2171" y="3244"/>
                  </a:lnTo>
                  <a:lnTo>
                    <a:pt x="2171" y="3464"/>
                  </a:lnTo>
                  <a:lnTo>
                    <a:pt x="2195" y="3464"/>
                  </a:lnTo>
                  <a:cubicBezTo>
                    <a:pt x="2317" y="3464"/>
                    <a:pt x="2390" y="3561"/>
                    <a:pt x="2390" y="3683"/>
                  </a:cubicBezTo>
                  <a:lnTo>
                    <a:pt x="2390" y="3976"/>
                  </a:lnTo>
                  <a:cubicBezTo>
                    <a:pt x="2390" y="4098"/>
                    <a:pt x="2317" y="4171"/>
                    <a:pt x="2195" y="4171"/>
                  </a:cubicBezTo>
                  <a:lnTo>
                    <a:pt x="2171" y="4171"/>
                  </a:lnTo>
                  <a:cubicBezTo>
                    <a:pt x="2049" y="5610"/>
                    <a:pt x="1244" y="6903"/>
                    <a:pt x="0" y="7634"/>
                  </a:cubicBezTo>
                  <a:cubicBezTo>
                    <a:pt x="1683" y="6976"/>
                    <a:pt x="2781" y="5366"/>
                    <a:pt x="2805" y="3586"/>
                  </a:cubicBez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26"/>
            <p:cNvSpPr/>
            <p:nvPr/>
          </p:nvSpPr>
          <p:spPr>
            <a:xfrm>
              <a:off x="3138531" y="3728060"/>
              <a:ext cx="111609" cy="373356"/>
            </a:xfrm>
            <a:custGeom>
              <a:avLst/>
              <a:gdLst/>
              <a:ahLst/>
              <a:cxnLst/>
              <a:rect l="l" t="t" r="r" b="b"/>
              <a:pathLst>
                <a:path w="1269" h="4269" extrusionOk="0">
                  <a:moveTo>
                    <a:pt x="879" y="317"/>
                  </a:moveTo>
                  <a:lnTo>
                    <a:pt x="879" y="3049"/>
                  </a:lnTo>
                  <a:cubicBezTo>
                    <a:pt x="879" y="3439"/>
                    <a:pt x="586" y="3732"/>
                    <a:pt x="220" y="3732"/>
                  </a:cubicBezTo>
                  <a:cubicBezTo>
                    <a:pt x="147" y="3732"/>
                    <a:pt x="74" y="3732"/>
                    <a:pt x="1" y="3707"/>
                  </a:cubicBezTo>
                  <a:cubicBezTo>
                    <a:pt x="25" y="3756"/>
                    <a:pt x="74" y="3805"/>
                    <a:pt x="123" y="3854"/>
                  </a:cubicBezTo>
                  <a:cubicBezTo>
                    <a:pt x="537" y="4268"/>
                    <a:pt x="1244" y="3976"/>
                    <a:pt x="1269" y="3366"/>
                  </a:cubicBezTo>
                  <a:lnTo>
                    <a:pt x="1269" y="634"/>
                  </a:lnTo>
                  <a:cubicBezTo>
                    <a:pt x="1269" y="464"/>
                    <a:pt x="1196" y="293"/>
                    <a:pt x="1074" y="147"/>
                  </a:cubicBezTo>
                  <a:cubicBezTo>
                    <a:pt x="976" y="73"/>
                    <a:pt x="903" y="25"/>
                    <a:pt x="805" y="0"/>
                  </a:cubicBezTo>
                  <a:cubicBezTo>
                    <a:pt x="854" y="98"/>
                    <a:pt x="879" y="195"/>
                    <a:pt x="879" y="317"/>
                  </a:cubicBez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28"/>
          <p:cNvSpPr txBox="1">
            <a:spLocks noGrp="1"/>
          </p:cNvSpPr>
          <p:nvPr>
            <p:ph type="title"/>
          </p:nvPr>
        </p:nvSpPr>
        <p:spPr>
          <a:xfrm>
            <a:off x="714325" y="1041642"/>
            <a:ext cx="3674700" cy="74633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dirty="0"/>
              <a:t>Caffe e Libri</a:t>
            </a:r>
            <a:endParaRPr dirty="0"/>
          </a:p>
        </p:txBody>
      </p:sp>
      <p:sp>
        <p:nvSpPr>
          <p:cNvPr id="502" name="Google Shape;502;p28"/>
          <p:cNvSpPr txBox="1">
            <a:spLocks noGrp="1"/>
          </p:cNvSpPr>
          <p:nvPr>
            <p:ph type="subTitle" idx="1"/>
          </p:nvPr>
        </p:nvSpPr>
        <p:spPr>
          <a:xfrm>
            <a:off x="714325" y="2205500"/>
            <a:ext cx="3674700" cy="24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it-IT" sz="1600" dirty="0"/>
              <a:t>Black Coffee è un bar libreria dove i clienti possono godersi un caffè durante una lettura.</a:t>
            </a:r>
          </a:p>
          <a:p>
            <a:pPr marL="0" lvl="0" indent="0"/>
            <a:r>
              <a:rPr lang="it-IT" sz="1600" dirty="0"/>
              <a:t>Il focus del negozio riguarda l’organizzazione di diversi eventi (di club e non), la prenotazione di spazi e il servizio di Bacheca dei Consigli (atta ad aumentare la comunicazione tra i clienti).</a:t>
            </a:r>
          </a:p>
        </p:txBody>
      </p:sp>
      <p:grpSp>
        <p:nvGrpSpPr>
          <p:cNvPr id="503" name="Google Shape;503;p28"/>
          <p:cNvGrpSpPr/>
          <p:nvPr/>
        </p:nvGrpSpPr>
        <p:grpSpPr>
          <a:xfrm>
            <a:off x="4754850" y="887475"/>
            <a:ext cx="3763400" cy="3725700"/>
            <a:chOff x="4754850" y="887475"/>
            <a:chExt cx="3763400" cy="3725700"/>
          </a:xfrm>
        </p:grpSpPr>
        <p:sp>
          <p:nvSpPr>
            <p:cNvPr id="504" name="Google Shape;504;p28"/>
            <p:cNvSpPr/>
            <p:nvPr/>
          </p:nvSpPr>
          <p:spPr>
            <a:xfrm>
              <a:off x="4844450" y="978975"/>
              <a:ext cx="3673800" cy="36342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05" name="Google Shape;505;p28"/>
            <p:cNvGrpSpPr/>
            <p:nvPr/>
          </p:nvGrpSpPr>
          <p:grpSpPr>
            <a:xfrm>
              <a:off x="4754850" y="887475"/>
              <a:ext cx="3674404" cy="3616200"/>
              <a:chOff x="4754850" y="887475"/>
              <a:chExt cx="3674404" cy="3616200"/>
            </a:xfrm>
          </p:grpSpPr>
          <p:sp>
            <p:nvSpPr>
              <p:cNvPr id="506" name="Google Shape;506;p28"/>
              <p:cNvSpPr/>
              <p:nvPr/>
            </p:nvSpPr>
            <p:spPr>
              <a:xfrm>
                <a:off x="4754850" y="887475"/>
                <a:ext cx="3673800" cy="3616200"/>
              </a:xfrm>
              <a:prstGeom prst="roundRect">
                <a:avLst>
                  <a:gd name="adj" fmla="val 0"/>
                </a:avLst>
              </a:prstGeom>
              <a:solidFill>
                <a:schemeClr val="l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507" name="Google Shape;507;p28"/>
              <p:cNvCxnSpPr/>
              <p:nvPr/>
            </p:nvCxnSpPr>
            <p:spPr>
              <a:xfrm>
                <a:off x="4755154" y="1253333"/>
                <a:ext cx="36741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grpSp>
            <p:nvGrpSpPr>
              <p:cNvPr id="508" name="Google Shape;508;p28"/>
              <p:cNvGrpSpPr/>
              <p:nvPr/>
            </p:nvGrpSpPr>
            <p:grpSpPr>
              <a:xfrm>
                <a:off x="7492324" y="978977"/>
                <a:ext cx="845101" cy="183000"/>
                <a:chOff x="1605849" y="363963"/>
                <a:chExt cx="845101" cy="183000"/>
              </a:xfrm>
            </p:grpSpPr>
            <p:sp>
              <p:nvSpPr>
                <p:cNvPr id="509" name="Google Shape;509;p28"/>
                <p:cNvSpPr/>
                <p:nvPr/>
              </p:nvSpPr>
              <p:spPr>
                <a:xfrm>
                  <a:off x="1951450" y="367563"/>
                  <a:ext cx="179400" cy="179400"/>
                </a:xfrm>
                <a:prstGeom prst="rect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510" name="Google Shape;510;p28"/>
                <p:cNvGrpSpPr/>
                <p:nvPr/>
              </p:nvGrpSpPr>
              <p:grpSpPr>
                <a:xfrm>
                  <a:off x="2267950" y="363963"/>
                  <a:ext cx="183000" cy="183000"/>
                  <a:chOff x="8225400" y="367488"/>
                  <a:chExt cx="183000" cy="183000"/>
                </a:xfrm>
              </p:grpSpPr>
              <p:cxnSp>
                <p:nvCxnSpPr>
                  <p:cNvPr id="511" name="Google Shape;511;p28"/>
                  <p:cNvCxnSpPr/>
                  <p:nvPr/>
                </p:nvCxnSpPr>
                <p:spPr>
                  <a:xfrm>
                    <a:off x="8225400" y="367488"/>
                    <a:ext cx="183000" cy="183000"/>
                  </a:xfrm>
                  <a:prstGeom prst="straightConnector1">
                    <a:avLst/>
                  </a:prstGeom>
                  <a:noFill/>
                  <a:ln w="28575" cap="flat" cmpd="sng">
                    <a:solidFill>
                      <a:schemeClr val="dk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512" name="Google Shape;512;p28"/>
                  <p:cNvCxnSpPr/>
                  <p:nvPr/>
                </p:nvCxnSpPr>
                <p:spPr>
                  <a:xfrm rot="5400000">
                    <a:off x="8225400" y="367488"/>
                    <a:ext cx="183000" cy="183000"/>
                  </a:xfrm>
                  <a:prstGeom prst="straightConnector1">
                    <a:avLst/>
                  </a:prstGeom>
                  <a:noFill/>
                  <a:ln w="28575" cap="flat" cmpd="sng">
                    <a:solidFill>
                      <a:schemeClr val="dk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</p:grpSp>
            <p:cxnSp>
              <p:nvCxnSpPr>
                <p:cNvPr id="513" name="Google Shape;513;p28"/>
                <p:cNvCxnSpPr/>
                <p:nvPr/>
              </p:nvCxnSpPr>
              <p:spPr>
                <a:xfrm>
                  <a:off x="1605849" y="546963"/>
                  <a:ext cx="208500" cy="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</p:grpSp>
      <p:sp>
        <p:nvSpPr>
          <p:cNvPr id="515" name="Google Shape;515;p28"/>
          <p:cNvSpPr/>
          <p:nvPr/>
        </p:nvSpPr>
        <p:spPr>
          <a:xfrm>
            <a:off x="2149553" y="2004552"/>
            <a:ext cx="457196" cy="57149"/>
          </a:xfrm>
          <a:custGeom>
            <a:avLst/>
            <a:gdLst/>
            <a:ahLst/>
            <a:cxnLst/>
            <a:rect l="l" t="t" r="r" b="b"/>
            <a:pathLst>
              <a:path w="11732" h="1391" extrusionOk="0">
                <a:moveTo>
                  <a:pt x="11488" y="854"/>
                </a:moveTo>
                <a:cubicBezTo>
                  <a:pt x="11708" y="878"/>
                  <a:pt x="11732" y="1220"/>
                  <a:pt x="11488" y="1244"/>
                </a:cubicBezTo>
                <a:cubicBezTo>
                  <a:pt x="11220" y="1244"/>
                  <a:pt x="10952" y="1098"/>
                  <a:pt x="10805" y="854"/>
                </a:cubicBezTo>
                <a:cubicBezTo>
                  <a:pt x="10683" y="708"/>
                  <a:pt x="10561" y="537"/>
                  <a:pt x="10366" y="537"/>
                </a:cubicBezTo>
                <a:cubicBezTo>
                  <a:pt x="10171" y="537"/>
                  <a:pt x="10049" y="683"/>
                  <a:pt x="9927" y="854"/>
                </a:cubicBezTo>
                <a:cubicBezTo>
                  <a:pt x="9781" y="1098"/>
                  <a:pt x="9513" y="1244"/>
                  <a:pt x="9244" y="1244"/>
                </a:cubicBezTo>
                <a:cubicBezTo>
                  <a:pt x="8952" y="1244"/>
                  <a:pt x="8708" y="1098"/>
                  <a:pt x="8561" y="854"/>
                </a:cubicBezTo>
                <a:cubicBezTo>
                  <a:pt x="8439" y="708"/>
                  <a:pt x="8293" y="537"/>
                  <a:pt x="8122" y="537"/>
                </a:cubicBezTo>
                <a:cubicBezTo>
                  <a:pt x="7927" y="537"/>
                  <a:pt x="7805" y="683"/>
                  <a:pt x="7683" y="854"/>
                </a:cubicBezTo>
                <a:cubicBezTo>
                  <a:pt x="7537" y="1098"/>
                  <a:pt x="7269" y="1244"/>
                  <a:pt x="6976" y="1244"/>
                </a:cubicBezTo>
                <a:cubicBezTo>
                  <a:pt x="6708" y="1244"/>
                  <a:pt x="6439" y="1098"/>
                  <a:pt x="6293" y="854"/>
                </a:cubicBezTo>
                <a:cubicBezTo>
                  <a:pt x="6171" y="708"/>
                  <a:pt x="6049" y="537"/>
                  <a:pt x="5854" y="537"/>
                </a:cubicBezTo>
                <a:cubicBezTo>
                  <a:pt x="5683" y="537"/>
                  <a:pt x="5561" y="683"/>
                  <a:pt x="5415" y="854"/>
                </a:cubicBezTo>
                <a:cubicBezTo>
                  <a:pt x="5122" y="1391"/>
                  <a:pt x="4342" y="1391"/>
                  <a:pt x="4049" y="854"/>
                </a:cubicBezTo>
                <a:cubicBezTo>
                  <a:pt x="3927" y="708"/>
                  <a:pt x="3805" y="537"/>
                  <a:pt x="3610" y="537"/>
                </a:cubicBezTo>
                <a:cubicBezTo>
                  <a:pt x="3415" y="537"/>
                  <a:pt x="3318" y="683"/>
                  <a:pt x="3171" y="854"/>
                </a:cubicBezTo>
                <a:cubicBezTo>
                  <a:pt x="2879" y="1391"/>
                  <a:pt x="2098" y="1391"/>
                  <a:pt x="1805" y="854"/>
                </a:cubicBezTo>
                <a:cubicBezTo>
                  <a:pt x="1683" y="708"/>
                  <a:pt x="1561" y="537"/>
                  <a:pt x="1366" y="537"/>
                </a:cubicBezTo>
                <a:cubicBezTo>
                  <a:pt x="1171" y="537"/>
                  <a:pt x="1074" y="683"/>
                  <a:pt x="927" y="854"/>
                </a:cubicBezTo>
                <a:cubicBezTo>
                  <a:pt x="781" y="1098"/>
                  <a:pt x="513" y="1244"/>
                  <a:pt x="244" y="1244"/>
                </a:cubicBezTo>
                <a:cubicBezTo>
                  <a:pt x="1" y="1220"/>
                  <a:pt x="1" y="878"/>
                  <a:pt x="244" y="854"/>
                </a:cubicBezTo>
                <a:cubicBezTo>
                  <a:pt x="391" y="854"/>
                  <a:pt x="513" y="732"/>
                  <a:pt x="635" y="586"/>
                </a:cubicBezTo>
                <a:cubicBezTo>
                  <a:pt x="781" y="317"/>
                  <a:pt x="1074" y="171"/>
                  <a:pt x="1366" y="147"/>
                </a:cubicBezTo>
                <a:cubicBezTo>
                  <a:pt x="1659" y="171"/>
                  <a:pt x="1952" y="317"/>
                  <a:pt x="2098" y="586"/>
                </a:cubicBezTo>
                <a:cubicBezTo>
                  <a:pt x="2220" y="732"/>
                  <a:pt x="2342" y="854"/>
                  <a:pt x="2488" y="854"/>
                </a:cubicBezTo>
                <a:lnTo>
                  <a:pt x="2488" y="854"/>
                </a:lnTo>
                <a:cubicBezTo>
                  <a:pt x="2635" y="854"/>
                  <a:pt x="2757" y="732"/>
                  <a:pt x="2879" y="586"/>
                </a:cubicBezTo>
                <a:cubicBezTo>
                  <a:pt x="3196" y="0"/>
                  <a:pt x="4025" y="0"/>
                  <a:pt x="4342" y="586"/>
                </a:cubicBezTo>
                <a:cubicBezTo>
                  <a:pt x="4464" y="732"/>
                  <a:pt x="4586" y="854"/>
                  <a:pt x="4732" y="854"/>
                </a:cubicBezTo>
                <a:lnTo>
                  <a:pt x="4781" y="854"/>
                </a:lnTo>
                <a:cubicBezTo>
                  <a:pt x="4927" y="854"/>
                  <a:pt x="5025" y="732"/>
                  <a:pt x="5147" y="586"/>
                </a:cubicBezTo>
                <a:cubicBezTo>
                  <a:pt x="5318" y="317"/>
                  <a:pt x="5586" y="171"/>
                  <a:pt x="5878" y="147"/>
                </a:cubicBezTo>
                <a:cubicBezTo>
                  <a:pt x="6196" y="171"/>
                  <a:pt x="6464" y="317"/>
                  <a:pt x="6635" y="586"/>
                </a:cubicBezTo>
                <a:cubicBezTo>
                  <a:pt x="6757" y="732"/>
                  <a:pt x="6854" y="854"/>
                  <a:pt x="7000" y="854"/>
                </a:cubicBezTo>
                <a:lnTo>
                  <a:pt x="7025" y="854"/>
                </a:lnTo>
                <a:cubicBezTo>
                  <a:pt x="7171" y="854"/>
                  <a:pt x="7293" y="732"/>
                  <a:pt x="7391" y="586"/>
                </a:cubicBezTo>
                <a:cubicBezTo>
                  <a:pt x="7708" y="0"/>
                  <a:pt x="8561" y="0"/>
                  <a:pt x="8878" y="586"/>
                </a:cubicBezTo>
                <a:cubicBezTo>
                  <a:pt x="9000" y="732"/>
                  <a:pt x="9098" y="854"/>
                  <a:pt x="9244" y="854"/>
                </a:cubicBezTo>
                <a:lnTo>
                  <a:pt x="9269" y="854"/>
                </a:lnTo>
                <a:cubicBezTo>
                  <a:pt x="9415" y="854"/>
                  <a:pt x="9537" y="732"/>
                  <a:pt x="9659" y="586"/>
                </a:cubicBezTo>
                <a:cubicBezTo>
                  <a:pt x="9805" y="317"/>
                  <a:pt x="10074" y="171"/>
                  <a:pt x="10391" y="147"/>
                </a:cubicBezTo>
                <a:cubicBezTo>
                  <a:pt x="10683" y="171"/>
                  <a:pt x="10976" y="317"/>
                  <a:pt x="11122" y="586"/>
                </a:cubicBezTo>
                <a:cubicBezTo>
                  <a:pt x="11244" y="732"/>
                  <a:pt x="11342" y="854"/>
                  <a:pt x="11488" y="854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845BE1F6-202B-6445-990B-4DE7F84F9466}"/>
              </a:ext>
            </a:extLst>
          </p:cNvPr>
          <p:cNvSpPr>
            <a:spLocks noGrp="1"/>
          </p:cNvSpPr>
          <p:nvPr>
            <p:ph type="pic" idx="2"/>
          </p:nvPr>
        </p:nvSpPr>
        <p:spPr/>
        <p:txBody>
          <a:bodyPr/>
          <a:lstStyle/>
          <a:p>
            <a:endParaRPr lang="it-IT"/>
          </a:p>
        </p:txBody>
      </p:sp>
      <p:pic>
        <p:nvPicPr>
          <p:cNvPr id="4" name="Segnaposto immagine 4" descr="Immagine che contiene arredo, libro, tavolo, biblioteca&#10;&#10;Il contenuto generato dall'IA potrebbe non essere corretto.">
            <a:extLst>
              <a:ext uri="{FF2B5EF4-FFF2-40B4-BE49-F238E27FC236}">
                <a16:creationId xmlns:a16="http://schemas.microsoft.com/office/drawing/2014/main" id="{5AC21D21-6376-595A-B1F4-34815640B29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243" r="12243"/>
          <a:stretch>
            <a:fillRect/>
          </a:stretch>
        </p:blipFill>
        <p:spPr>
          <a:xfrm>
            <a:off x="4776938" y="1278625"/>
            <a:ext cx="3644400" cy="32178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0" name="Google Shape;560;p30"/>
          <p:cNvGrpSpPr/>
          <p:nvPr/>
        </p:nvGrpSpPr>
        <p:grpSpPr>
          <a:xfrm>
            <a:off x="6102151" y="1600325"/>
            <a:ext cx="2418050" cy="2916600"/>
            <a:chOff x="6102151" y="1600325"/>
            <a:chExt cx="2418050" cy="2916600"/>
          </a:xfrm>
        </p:grpSpPr>
        <p:sp>
          <p:nvSpPr>
            <p:cNvPr id="561" name="Google Shape;561;p30"/>
            <p:cNvSpPr/>
            <p:nvPr/>
          </p:nvSpPr>
          <p:spPr>
            <a:xfrm>
              <a:off x="6193101" y="1691825"/>
              <a:ext cx="2327100" cy="28251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62" name="Google Shape;562;p30"/>
            <p:cNvGrpSpPr/>
            <p:nvPr/>
          </p:nvGrpSpPr>
          <p:grpSpPr>
            <a:xfrm>
              <a:off x="6102151" y="1600325"/>
              <a:ext cx="2327100" cy="2825100"/>
              <a:chOff x="715400" y="1600325"/>
              <a:chExt cx="2327100" cy="2825100"/>
            </a:xfrm>
          </p:grpSpPr>
          <p:sp>
            <p:nvSpPr>
              <p:cNvPr id="563" name="Google Shape;563;p30"/>
              <p:cNvSpPr/>
              <p:nvPr/>
            </p:nvSpPr>
            <p:spPr>
              <a:xfrm>
                <a:off x="715400" y="1600325"/>
                <a:ext cx="2327100" cy="2825100"/>
              </a:xfrm>
              <a:prstGeom prst="roundRect">
                <a:avLst>
                  <a:gd name="adj" fmla="val 0"/>
                </a:avLst>
              </a:prstGeom>
              <a:solidFill>
                <a:schemeClr val="l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564" name="Google Shape;564;p30"/>
              <p:cNvCxnSpPr/>
              <p:nvPr/>
            </p:nvCxnSpPr>
            <p:spPr>
              <a:xfrm>
                <a:off x="715400" y="1783325"/>
                <a:ext cx="23223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565" name="Google Shape;565;p30"/>
          <p:cNvGrpSpPr/>
          <p:nvPr/>
        </p:nvGrpSpPr>
        <p:grpSpPr>
          <a:xfrm>
            <a:off x="3408500" y="1600325"/>
            <a:ext cx="2418600" cy="2916600"/>
            <a:chOff x="3408500" y="1600325"/>
            <a:chExt cx="2418600" cy="2916600"/>
          </a:xfrm>
        </p:grpSpPr>
        <p:sp>
          <p:nvSpPr>
            <p:cNvPr id="566" name="Google Shape;566;p30"/>
            <p:cNvSpPr/>
            <p:nvPr/>
          </p:nvSpPr>
          <p:spPr>
            <a:xfrm>
              <a:off x="3500000" y="1691825"/>
              <a:ext cx="2327100" cy="28251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67" name="Google Shape;567;p30"/>
            <p:cNvGrpSpPr/>
            <p:nvPr/>
          </p:nvGrpSpPr>
          <p:grpSpPr>
            <a:xfrm>
              <a:off x="3408500" y="1600325"/>
              <a:ext cx="2327100" cy="2825100"/>
              <a:chOff x="715400" y="1600325"/>
              <a:chExt cx="2327100" cy="2825100"/>
            </a:xfrm>
          </p:grpSpPr>
          <p:sp>
            <p:nvSpPr>
              <p:cNvPr id="568" name="Google Shape;568;p30"/>
              <p:cNvSpPr/>
              <p:nvPr/>
            </p:nvSpPr>
            <p:spPr>
              <a:xfrm>
                <a:off x="715400" y="1600325"/>
                <a:ext cx="2327100" cy="2825100"/>
              </a:xfrm>
              <a:prstGeom prst="roundRect">
                <a:avLst>
                  <a:gd name="adj" fmla="val 0"/>
                </a:avLst>
              </a:prstGeom>
              <a:solidFill>
                <a:schemeClr val="l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569" name="Google Shape;569;p30"/>
              <p:cNvCxnSpPr/>
              <p:nvPr/>
            </p:nvCxnSpPr>
            <p:spPr>
              <a:xfrm>
                <a:off x="715400" y="1783325"/>
                <a:ext cx="23223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570" name="Google Shape;570;p30"/>
          <p:cNvGrpSpPr/>
          <p:nvPr/>
        </p:nvGrpSpPr>
        <p:grpSpPr>
          <a:xfrm>
            <a:off x="715400" y="1600325"/>
            <a:ext cx="2418600" cy="2916600"/>
            <a:chOff x="715400" y="1600325"/>
            <a:chExt cx="2418600" cy="2916600"/>
          </a:xfrm>
        </p:grpSpPr>
        <p:sp>
          <p:nvSpPr>
            <p:cNvPr id="571" name="Google Shape;571;p30"/>
            <p:cNvSpPr/>
            <p:nvPr/>
          </p:nvSpPr>
          <p:spPr>
            <a:xfrm>
              <a:off x="806900" y="1691825"/>
              <a:ext cx="2327100" cy="28251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72" name="Google Shape;572;p30"/>
            <p:cNvGrpSpPr/>
            <p:nvPr/>
          </p:nvGrpSpPr>
          <p:grpSpPr>
            <a:xfrm>
              <a:off x="715400" y="1600325"/>
              <a:ext cx="2327100" cy="2825100"/>
              <a:chOff x="715400" y="1600325"/>
              <a:chExt cx="2327100" cy="2825100"/>
            </a:xfrm>
          </p:grpSpPr>
          <p:sp>
            <p:nvSpPr>
              <p:cNvPr id="573" name="Google Shape;573;p30"/>
              <p:cNvSpPr/>
              <p:nvPr/>
            </p:nvSpPr>
            <p:spPr>
              <a:xfrm>
                <a:off x="715400" y="1600325"/>
                <a:ext cx="2327100" cy="2825100"/>
              </a:xfrm>
              <a:prstGeom prst="roundRect">
                <a:avLst>
                  <a:gd name="adj" fmla="val 0"/>
                </a:avLst>
              </a:prstGeom>
              <a:solidFill>
                <a:schemeClr val="l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574" name="Google Shape;574;p30"/>
              <p:cNvCxnSpPr/>
              <p:nvPr/>
            </p:nvCxnSpPr>
            <p:spPr>
              <a:xfrm>
                <a:off x="715400" y="1783325"/>
                <a:ext cx="23223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575" name="Google Shape;575;p30"/>
          <p:cNvSpPr txBox="1">
            <a:spLocks noGrp="1"/>
          </p:cNvSpPr>
          <p:nvPr>
            <p:ph type="subTitle" idx="1"/>
          </p:nvPr>
        </p:nvSpPr>
        <p:spPr>
          <a:xfrm>
            <a:off x="780350" y="2571436"/>
            <a:ext cx="2197200" cy="548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/>
              <a:t>EventService</a:t>
            </a:r>
            <a:endParaRPr sz="2000" dirty="0"/>
          </a:p>
        </p:txBody>
      </p:sp>
      <p:sp>
        <p:nvSpPr>
          <p:cNvPr id="576" name="Google Shape;576;p30"/>
          <p:cNvSpPr txBox="1">
            <a:spLocks noGrp="1"/>
          </p:cNvSpPr>
          <p:nvPr>
            <p:ph type="subTitle" idx="5"/>
          </p:nvPr>
        </p:nvSpPr>
        <p:spPr>
          <a:xfrm>
            <a:off x="3474800" y="2571425"/>
            <a:ext cx="2194500" cy="548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/>
              <a:t>ClubService</a:t>
            </a:r>
            <a:endParaRPr sz="2000" dirty="0"/>
          </a:p>
        </p:txBody>
      </p:sp>
      <p:sp>
        <p:nvSpPr>
          <p:cNvPr id="577" name="Google Shape;577;p30"/>
          <p:cNvSpPr txBox="1">
            <a:spLocks noGrp="1"/>
          </p:cNvSpPr>
          <p:nvPr>
            <p:ph type="subTitle" idx="6"/>
          </p:nvPr>
        </p:nvSpPr>
        <p:spPr>
          <a:xfrm>
            <a:off x="6167776" y="2571426"/>
            <a:ext cx="2194500" cy="548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/>
              <a:t>SpaceService</a:t>
            </a:r>
            <a:endParaRPr sz="2000" dirty="0"/>
          </a:p>
        </p:txBody>
      </p:sp>
      <p:sp>
        <p:nvSpPr>
          <p:cNvPr id="578" name="Google Shape;578;p30"/>
          <p:cNvSpPr txBox="1">
            <a:spLocks noGrp="1"/>
          </p:cNvSpPr>
          <p:nvPr>
            <p:ph type="title"/>
          </p:nvPr>
        </p:nvSpPr>
        <p:spPr>
          <a:xfrm>
            <a:off x="713232" y="731520"/>
            <a:ext cx="7717500" cy="68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dirty="0"/>
              <a:t>Business microservices - implementati</a:t>
            </a:r>
            <a:endParaRPr sz="3200" dirty="0"/>
          </a:p>
        </p:txBody>
      </p:sp>
      <p:sp>
        <p:nvSpPr>
          <p:cNvPr id="579" name="Google Shape;579;p30"/>
          <p:cNvSpPr txBox="1">
            <a:spLocks noGrp="1"/>
          </p:cNvSpPr>
          <p:nvPr>
            <p:ph type="subTitle" idx="2"/>
          </p:nvPr>
        </p:nvSpPr>
        <p:spPr>
          <a:xfrm>
            <a:off x="781700" y="3053825"/>
            <a:ext cx="2194500" cy="118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Funzione: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Creare e gestire </a:t>
            </a:r>
            <a:r>
              <a:rPr lang="it-IT" dirty="0"/>
              <a:t>i</a:t>
            </a:r>
            <a:r>
              <a:rPr lang="en" dirty="0"/>
              <a:t> vari tipi di evento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Composto da: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Evento e EventType</a:t>
            </a:r>
          </a:p>
        </p:txBody>
      </p:sp>
      <p:grpSp>
        <p:nvGrpSpPr>
          <p:cNvPr id="580" name="Google Shape;580;p30"/>
          <p:cNvGrpSpPr/>
          <p:nvPr/>
        </p:nvGrpSpPr>
        <p:grpSpPr>
          <a:xfrm>
            <a:off x="7013577" y="2017301"/>
            <a:ext cx="502899" cy="502899"/>
            <a:chOff x="858700" y="1967475"/>
            <a:chExt cx="605100" cy="605100"/>
          </a:xfrm>
        </p:grpSpPr>
        <p:sp>
          <p:nvSpPr>
            <p:cNvPr id="581" name="Google Shape;581;p30"/>
            <p:cNvSpPr/>
            <p:nvPr/>
          </p:nvSpPr>
          <p:spPr>
            <a:xfrm>
              <a:off x="858700" y="1967475"/>
              <a:ext cx="605100" cy="605100"/>
            </a:xfrm>
            <a:prstGeom prst="roundRect">
              <a:avLst>
                <a:gd name="adj" fmla="val 15109"/>
              </a:avLst>
            </a:prstGeom>
            <a:solidFill>
              <a:schemeClr val="accent3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30"/>
            <p:cNvSpPr/>
            <p:nvPr/>
          </p:nvSpPr>
          <p:spPr>
            <a:xfrm>
              <a:off x="932654" y="2075711"/>
              <a:ext cx="457191" cy="388627"/>
            </a:xfrm>
            <a:custGeom>
              <a:avLst/>
              <a:gdLst/>
              <a:ahLst/>
              <a:cxnLst/>
              <a:rect l="l" t="t" r="r" b="b"/>
              <a:pathLst>
                <a:path w="10659" h="9051" extrusionOk="0">
                  <a:moveTo>
                    <a:pt x="2797" y="1"/>
                  </a:moveTo>
                  <a:cubicBezTo>
                    <a:pt x="2767" y="1"/>
                    <a:pt x="2738" y="1"/>
                    <a:pt x="2708" y="2"/>
                  </a:cubicBezTo>
                  <a:cubicBezTo>
                    <a:pt x="1293" y="27"/>
                    <a:pt x="196" y="1173"/>
                    <a:pt x="196" y="2588"/>
                  </a:cubicBezTo>
                  <a:cubicBezTo>
                    <a:pt x="196" y="2588"/>
                    <a:pt x="1" y="6368"/>
                    <a:pt x="5318" y="9051"/>
                  </a:cubicBezTo>
                  <a:lnTo>
                    <a:pt x="5342" y="9051"/>
                  </a:lnTo>
                  <a:cubicBezTo>
                    <a:pt x="10659" y="6368"/>
                    <a:pt x="10488" y="2588"/>
                    <a:pt x="10488" y="2588"/>
                  </a:cubicBezTo>
                  <a:cubicBezTo>
                    <a:pt x="10488" y="1173"/>
                    <a:pt x="9366" y="27"/>
                    <a:pt x="7976" y="2"/>
                  </a:cubicBezTo>
                  <a:cubicBezTo>
                    <a:pt x="7946" y="1"/>
                    <a:pt x="7916" y="1"/>
                    <a:pt x="7885" y="1"/>
                  </a:cubicBezTo>
                  <a:cubicBezTo>
                    <a:pt x="6512" y="1"/>
                    <a:pt x="5390" y="1081"/>
                    <a:pt x="5342" y="2441"/>
                  </a:cubicBezTo>
                  <a:cubicBezTo>
                    <a:pt x="5270" y="1081"/>
                    <a:pt x="4148" y="1"/>
                    <a:pt x="2797" y="1"/>
                  </a:cubicBezTo>
                  <a:close/>
                </a:path>
              </a:pathLst>
            </a:custGeom>
            <a:solidFill>
              <a:schemeClr val="accen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83" name="Google Shape;583;p30"/>
          <p:cNvGrpSpPr/>
          <p:nvPr/>
        </p:nvGrpSpPr>
        <p:grpSpPr>
          <a:xfrm>
            <a:off x="4320650" y="2017350"/>
            <a:ext cx="502800" cy="502800"/>
            <a:chOff x="7014301" y="2017350"/>
            <a:chExt cx="502800" cy="502800"/>
          </a:xfrm>
        </p:grpSpPr>
        <p:sp>
          <p:nvSpPr>
            <p:cNvPr id="584" name="Google Shape;584;p30"/>
            <p:cNvSpPr/>
            <p:nvPr/>
          </p:nvSpPr>
          <p:spPr>
            <a:xfrm>
              <a:off x="7014301" y="2017350"/>
              <a:ext cx="502800" cy="502800"/>
            </a:xfrm>
            <a:prstGeom prst="roundRect">
              <a:avLst>
                <a:gd name="adj" fmla="val 15109"/>
              </a:avLst>
            </a:prstGeom>
            <a:solidFill>
              <a:schemeClr val="accen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Google Shape;585;p30"/>
            <p:cNvSpPr/>
            <p:nvPr/>
          </p:nvSpPr>
          <p:spPr>
            <a:xfrm>
              <a:off x="7095012" y="2108734"/>
              <a:ext cx="341378" cy="320032"/>
            </a:xfrm>
            <a:custGeom>
              <a:avLst/>
              <a:gdLst/>
              <a:ahLst/>
              <a:cxnLst/>
              <a:rect l="l" t="t" r="r" b="b"/>
              <a:pathLst>
                <a:path w="10634" h="9925" extrusionOk="0">
                  <a:moveTo>
                    <a:pt x="5308" y="0"/>
                  </a:moveTo>
                  <a:cubicBezTo>
                    <a:pt x="5171" y="0"/>
                    <a:pt x="5037" y="73"/>
                    <a:pt x="4976" y="220"/>
                  </a:cubicBezTo>
                  <a:lnTo>
                    <a:pt x="3659" y="2878"/>
                  </a:lnTo>
                  <a:cubicBezTo>
                    <a:pt x="3585" y="3000"/>
                    <a:pt x="3488" y="3073"/>
                    <a:pt x="3366" y="3073"/>
                  </a:cubicBezTo>
                  <a:lnTo>
                    <a:pt x="415" y="3512"/>
                  </a:lnTo>
                  <a:cubicBezTo>
                    <a:pt x="122" y="3561"/>
                    <a:pt x="0" y="3927"/>
                    <a:pt x="220" y="4147"/>
                  </a:cubicBezTo>
                  <a:lnTo>
                    <a:pt x="2341" y="6220"/>
                  </a:lnTo>
                  <a:cubicBezTo>
                    <a:pt x="2439" y="6317"/>
                    <a:pt x="2488" y="6439"/>
                    <a:pt x="2463" y="6561"/>
                  </a:cubicBezTo>
                  <a:lnTo>
                    <a:pt x="1951" y="9488"/>
                  </a:lnTo>
                  <a:cubicBezTo>
                    <a:pt x="1913" y="9736"/>
                    <a:pt x="2099" y="9924"/>
                    <a:pt x="2322" y="9924"/>
                  </a:cubicBezTo>
                  <a:cubicBezTo>
                    <a:pt x="2384" y="9924"/>
                    <a:pt x="2449" y="9910"/>
                    <a:pt x="2512" y="9878"/>
                  </a:cubicBezTo>
                  <a:lnTo>
                    <a:pt x="5122" y="8512"/>
                  </a:lnTo>
                  <a:cubicBezTo>
                    <a:pt x="5183" y="8476"/>
                    <a:pt x="5244" y="8457"/>
                    <a:pt x="5305" y="8457"/>
                  </a:cubicBezTo>
                  <a:cubicBezTo>
                    <a:pt x="5366" y="8457"/>
                    <a:pt x="5427" y="8476"/>
                    <a:pt x="5488" y="8512"/>
                  </a:cubicBezTo>
                  <a:lnTo>
                    <a:pt x="8122" y="9878"/>
                  </a:lnTo>
                  <a:cubicBezTo>
                    <a:pt x="8180" y="9910"/>
                    <a:pt x="8241" y="9924"/>
                    <a:pt x="8299" y="9924"/>
                  </a:cubicBezTo>
                  <a:cubicBezTo>
                    <a:pt x="8511" y="9924"/>
                    <a:pt x="8697" y="9736"/>
                    <a:pt x="8658" y="9488"/>
                  </a:cubicBezTo>
                  <a:lnTo>
                    <a:pt x="8146" y="6561"/>
                  </a:lnTo>
                  <a:cubicBezTo>
                    <a:pt x="8122" y="6439"/>
                    <a:pt x="8171" y="6317"/>
                    <a:pt x="8268" y="6220"/>
                  </a:cubicBezTo>
                  <a:lnTo>
                    <a:pt x="10390" y="4147"/>
                  </a:lnTo>
                  <a:cubicBezTo>
                    <a:pt x="10634" y="3927"/>
                    <a:pt x="10488" y="3561"/>
                    <a:pt x="10195" y="3512"/>
                  </a:cubicBezTo>
                  <a:lnTo>
                    <a:pt x="7244" y="3098"/>
                  </a:lnTo>
                  <a:cubicBezTo>
                    <a:pt x="7122" y="3073"/>
                    <a:pt x="7024" y="3000"/>
                    <a:pt x="6976" y="2878"/>
                  </a:cubicBezTo>
                  <a:lnTo>
                    <a:pt x="5658" y="220"/>
                  </a:lnTo>
                  <a:cubicBezTo>
                    <a:pt x="5585" y="73"/>
                    <a:pt x="5445" y="0"/>
                    <a:pt x="5308" y="0"/>
                  </a:cubicBezTo>
                  <a:close/>
                </a:path>
              </a:pathLst>
            </a:custGeom>
            <a:solidFill>
              <a:schemeClr val="accent3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86" name="Google Shape;586;p30"/>
          <p:cNvGrpSpPr/>
          <p:nvPr/>
        </p:nvGrpSpPr>
        <p:grpSpPr>
          <a:xfrm>
            <a:off x="1627550" y="2017350"/>
            <a:ext cx="502800" cy="502800"/>
            <a:chOff x="1627550" y="2017350"/>
            <a:chExt cx="502800" cy="502800"/>
          </a:xfrm>
        </p:grpSpPr>
        <p:sp>
          <p:nvSpPr>
            <p:cNvPr id="587" name="Google Shape;587;p30"/>
            <p:cNvSpPr/>
            <p:nvPr/>
          </p:nvSpPr>
          <p:spPr>
            <a:xfrm>
              <a:off x="1627550" y="2017350"/>
              <a:ext cx="502800" cy="502800"/>
            </a:xfrm>
            <a:prstGeom prst="roundRect">
              <a:avLst>
                <a:gd name="adj" fmla="val 15109"/>
              </a:avLst>
            </a:prstGeom>
            <a:solidFill>
              <a:schemeClr val="accen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588;p30"/>
            <p:cNvSpPr/>
            <p:nvPr/>
          </p:nvSpPr>
          <p:spPr>
            <a:xfrm>
              <a:off x="1718900" y="2108700"/>
              <a:ext cx="320100" cy="320100"/>
            </a:xfrm>
            <a:prstGeom prst="donut">
              <a:avLst>
                <a:gd name="adj" fmla="val 25000"/>
              </a:avLst>
            </a:prstGeom>
            <a:solidFill>
              <a:schemeClr val="l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89" name="Google Shape;589;p30"/>
          <p:cNvSpPr txBox="1">
            <a:spLocks noGrp="1"/>
          </p:cNvSpPr>
          <p:nvPr>
            <p:ph type="subTitle" idx="2"/>
          </p:nvPr>
        </p:nvSpPr>
        <p:spPr>
          <a:xfrm>
            <a:off x="3468047" y="3053825"/>
            <a:ext cx="2194500" cy="118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/>
            <a:r>
              <a:rPr lang="en" dirty="0"/>
              <a:t>Funzione:</a:t>
            </a:r>
          </a:p>
          <a:p>
            <a:pPr marL="0" lvl="0" indent="0" algn="l"/>
            <a:r>
              <a:rPr lang="en" dirty="0"/>
              <a:t>Creare </a:t>
            </a:r>
            <a:r>
              <a:rPr lang="it-IT" dirty="0"/>
              <a:t> e gestire i club</a:t>
            </a:r>
            <a:endParaRPr lang="en" dirty="0"/>
          </a:p>
          <a:p>
            <a:pPr marL="0" lvl="0" indent="0" algn="l"/>
            <a:r>
              <a:rPr lang="en" dirty="0"/>
              <a:t>Composto da:</a:t>
            </a:r>
          </a:p>
          <a:p>
            <a:pPr marL="0" lvl="0" indent="0" algn="l"/>
            <a:r>
              <a:rPr lang="en" dirty="0"/>
              <a:t>Club</a:t>
            </a:r>
          </a:p>
        </p:txBody>
      </p:sp>
      <p:sp>
        <p:nvSpPr>
          <p:cNvPr id="590" name="Google Shape;590;p30"/>
          <p:cNvSpPr txBox="1">
            <a:spLocks noGrp="1"/>
          </p:cNvSpPr>
          <p:nvPr>
            <p:ph type="subTitle" idx="2"/>
          </p:nvPr>
        </p:nvSpPr>
        <p:spPr>
          <a:xfrm>
            <a:off x="6166547" y="3037496"/>
            <a:ext cx="2194500" cy="137448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/>
            <a:r>
              <a:rPr lang="en" dirty="0"/>
              <a:t>Funzione:</a:t>
            </a:r>
          </a:p>
          <a:p>
            <a:pPr marL="0" lvl="0" indent="0" algn="l"/>
            <a:r>
              <a:rPr lang="it-IT" dirty="0"/>
              <a:t>Gestire le prenotazioni di tavoli e stanze</a:t>
            </a:r>
            <a:endParaRPr lang="en" dirty="0"/>
          </a:p>
          <a:p>
            <a:pPr marL="0" lvl="0" indent="0" algn="l"/>
            <a:r>
              <a:rPr lang="en" dirty="0"/>
              <a:t>Composto da:</a:t>
            </a:r>
          </a:p>
          <a:p>
            <a:pPr marL="0" lvl="0" indent="0" algn="l"/>
            <a:r>
              <a:rPr lang="en" dirty="0"/>
              <a:t>Stanza, Tavolo e Prenotazione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9">
          <a:extLst>
            <a:ext uri="{FF2B5EF4-FFF2-40B4-BE49-F238E27FC236}">
              <a16:creationId xmlns:a16="http://schemas.microsoft.com/office/drawing/2014/main" id="{2F86C882-3F09-AB61-57BC-8E46B785FE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0" name="Google Shape;560;p30">
            <a:extLst>
              <a:ext uri="{FF2B5EF4-FFF2-40B4-BE49-F238E27FC236}">
                <a16:creationId xmlns:a16="http://schemas.microsoft.com/office/drawing/2014/main" id="{7DD9047E-36B5-90FB-4BCC-0D6F282F280E}"/>
              </a:ext>
            </a:extLst>
          </p:cNvPr>
          <p:cNvGrpSpPr/>
          <p:nvPr/>
        </p:nvGrpSpPr>
        <p:grpSpPr>
          <a:xfrm>
            <a:off x="6102151" y="1600325"/>
            <a:ext cx="2418050" cy="2916600"/>
            <a:chOff x="6102151" y="1600325"/>
            <a:chExt cx="2418050" cy="2916600"/>
          </a:xfrm>
        </p:grpSpPr>
        <p:sp>
          <p:nvSpPr>
            <p:cNvPr id="561" name="Google Shape;561;p30">
              <a:extLst>
                <a:ext uri="{FF2B5EF4-FFF2-40B4-BE49-F238E27FC236}">
                  <a16:creationId xmlns:a16="http://schemas.microsoft.com/office/drawing/2014/main" id="{248A3E41-E9B7-1EA6-9972-05153706828A}"/>
                </a:ext>
              </a:extLst>
            </p:cNvPr>
            <p:cNvSpPr/>
            <p:nvPr/>
          </p:nvSpPr>
          <p:spPr>
            <a:xfrm>
              <a:off x="6193101" y="1691825"/>
              <a:ext cx="2327100" cy="28251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62" name="Google Shape;562;p30">
              <a:extLst>
                <a:ext uri="{FF2B5EF4-FFF2-40B4-BE49-F238E27FC236}">
                  <a16:creationId xmlns:a16="http://schemas.microsoft.com/office/drawing/2014/main" id="{2AA306A2-7D32-63EA-5CD6-D43BCE41EBBE}"/>
                </a:ext>
              </a:extLst>
            </p:cNvPr>
            <p:cNvGrpSpPr/>
            <p:nvPr/>
          </p:nvGrpSpPr>
          <p:grpSpPr>
            <a:xfrm>
              <a:off x="6102151" y="1600325"/>
              <a:ext cx="2327100" cy="2825100"/>
              <a:chOff x="715400" y="1600325"/>
              <a:chExt cx="2327100" cy="2825100"/>
            </a:xfrm>
          </p:grpSpPr>
          <p:sp>
            <p:nvSpPr>
              <p:cNvPr id="563" name="Google Shape;563;p30">
                <a:extLst>
                  <a:ext uri="{FF2B5EF4-FFF2-40B4-BE49-F238E27FC236}">
                    <a16:creationId xmlns:a16="http://schemas.microsoft.com/office/drawing/2014/main" id="{735BF3B8-EC5B-535C-51C6-23399D13A61F}"/>
                  </a:ext>
                </a:extLst>
              </p:cNvPr>
              <p:cNvSpPr/>
              <p:nvPr/>
            </p:nvSpPr>
            <p:spPr>
              <a:xfrm>
                <a:off x="715400" y="1600325"/>
                <a:ext cx="2327100" cy="2825100"/>
              </a:xfrm>
              <a:prstGeom prst="roundRect">
                <a:avLst>
                  <a:gd name="adj" fmla="val 0"/>
                </a:avLst>
              </a:prstGeom>
              <a:solidFill>
                <a:schemeClr val="l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564" name="Google Shape;564;p30">
                <a:extLst>
                  <a:ext uri="{FF2B5EF4-FFF2-40B4-BE49-F238E27FC236}">
                    <a16:creationId xmlns:a16="http://schemas.microsoft.com/office/drawing/2014/main" id="{DF9F657D-B7E9-0A5A-5EB5-1BE2EBE94C88}"/>
                  </a:ext>
                </a:extLst>
              </p:cNvPr>
              <p:cNvCxnSpPr/>
              <p:nvPr/>
            </p:nvCxnSpPr>
            <p:spPr>
              <a:xfrm>
                <a:off x="715400" y="1783325"/>
                <a:ext cx="23223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565" name="Google Shape;565;p30">
            <a:extLst>
              <a:ext uri="{FF2B5EF4-FFF2-40B4-BE49-F238E27FC236}">
                <a16:creationId xmlns:a16="http://schemas.microsoft.com/office/drawing/2014/main" id="{534F1894-C37A-28A7-DC02-9DE62B027BED}"/>
              </a:ext>
            </a:extLst>
          </p:cNvPr>
          <p:cNvGrpSpPr/>
          <p:nvPr/>
        </p:nvGrpSpPr>
        <p:grpSpPr>
          <a:xfrm>
            <a:off x="3408500" y="1600325"/>
            <a:ext cx="2418600" cy="2916600"/>
            <a:chOff x="3408500" y="1600325"/>
            <a:chExt cx="2418600" cy="2916600"/>
          </a:xfrm>
        </p:grpSpPr>
        <p:sp>
          <p:nvSpPr>
            <p:cNvPr id="566" name="Google Shape;566;p30">
              <a:extLst>
                <a:ext uri="{FF2B5EF4-FFF2-40B4-BE49-F238E27FC236}">
                  <a16:creationId xmlns:a16="http://schemas.microsoft.com/office/drawing/2014/main" id="{42C963FE-39D7-429F-C54B-370FC9EE9D9B}"/>
                </a:ext>
              </a:extLst>
            </p:cNvPr>
            <p:cNvSpPr/>
            <p:nvPr/>
          </p:nvSpPr>
          <p:spPr>
            <a:xfrm>
              <a:off x="3500000" y="1691825"/>
              <a:ext cx="2327100" cy="28251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67" name="Google Shape;567;p30">
              <a:extLst>
                <a:ext uri="{FF2B5EF4-FFF2-40B4-BE49-F238E27FC236}">
                  <a16:creationId xmlns:a16="http://schemas.microsoft.com/office/drawing/2014/main" id="{AA991FA5-3A65-398A-7BC0-AB0E2C7D7093}"/>
                </a:ext>
              </a:extLst>
            </p:cNvPr>
            <p:cNvGrpSpPr/>
            <p:nvPr/>
          </p:nvGrpSpPr>
          <p:grpSpPr>
            <a:xfrm>
              <a:off x="3408500" y="1600325"/>
              <a:ext cx="2327100" cy="2825100"/>
              <a:chOff x="715400" y="1600325"/>
              <a:chExt cx="2327100" cy="2825100"/>
            </a:xfrm>
          </p:grpSpPr>
          <p:sp>
            <p:nvSpPr>
              <p:cNvPr id="568" name="Google Shape;568;p30">
                <a:extLst>
                  <a:ext uri="{FF2B5EF4-FFF2-40B4-BE49-F238E27FC236}">
                    <a16:creationId xmlns:a16="http://schemas.microsoft.com/office/drawing/2014/main" id="{9DEAD590-CB7A-AC1D-326E-D7E2B77DED45}"/>
                  </a:ext>
                </a:extLst>
              </p:cNvPr>
              <p:cNvSpPr/>
              <p:nvPr/>
            </p:nvSpPr>
            <p:spPr>
              <a:xfrm>
                <a:off x="715400" y="1600325"/>
                <a:ext cx="2327100" cy="2825100"/>
              </a:xfrm>
              <a:prstGeom prst="roundRect">
                <a:avLst>
                  <a:gd name="adj" fmla="val 0"/>
                </a:avLst>
              </a:prstGeom>
              <a:solidFill>
                <a:schemeClr val="l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569" name="Google Shape;569;p30">
                <a:extLst>
                  <a:ext uri="{FF2B5EF4-FFF2-40B4-BE49-F238E27FC236}">
                    <a16:creationId xmlns:a16="http://schemas.microsoft.com/office/drawing/2014/main" id="{DF772817-05C9-86C7-AF42-5B5E024A3697}"/>
                  </a:ext>
                </a:extLst>
              </p:cNvPr>
              <p:cNvCxnSpPr/>
              <p:nvPr/>
            </p:nvCxnSpPr>
            <p:spPr>
              <a:xfrm>
                <a:off x="715400" y="1783325"/>
                <a:ext cx="23223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570" name="Google Shape;570;p30">
            <a:extLst>
              <a:ext uri="{FF2B5EF4-FFF2-40B4-BE49-F238E27FC236}">
                <a16:creationId xmlns:a16="http://schemas.microsoft.com/office/drawing/2014/main" id="{D3A595C7-6D18-2026-91AA-D24459B5935E}"/>
              </a:ext>
            </a:extLst>
          </p:cNvPr>
          <p:cNvGrpSpPr/>
          <p:nvPr/>
        </p:nvGrpSpPr>
        <p:grpSpPr>
          <a:xfrm>
            <a:off x="715400" y="1600325"/>
            <a:ext cx="2418600" cy="2916600"/>
            <a:chOff x="715400" y="1600325"/>
            <a:chExt cx="2418600" cy="2916600"/>
          </a:xfrm>
        </p:grpSpPr>
        <p:sp>
          <p:nvSpPr>
            <p:cNvPr id="571" name="Google Shape;571;p30">
              <a:extLst>
                <a:ext uri="{FF2B5EF4-FFF2-40B4-BE49-F238E27FC236}">
                  <a16:creationId xmlns:a16="http://schemas.microsoft.com/office/drawing/2014/main" id="{4103BDC4-A732-D0AF-3CC3-D767ABAB1A4D}"/>
                </a:ext>
              </a:extLst>
            </p:cNvPr>
            <p:cNvSpPr/>
            <p:nvPr/>
          </p:nvSpPr>
          <p:spPr>
            <a:xfrm>
              <a:off x="806900" y="1691825"/>
              <a:ext cx="2327100" cy="28251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72" name="Google Shape;572;p30">
              <a:extLst>
                <a:ext uri="{FF2B5EF4-FFF2-40B4-BE49-F238E27FC236}">
                  <a16:creationId xmlns:a16="http://schemas.microsoft.com/office/drawing/2014/main" id="{89547B68-2A3D-22EA-BF4B-270E45614E90}"/>
                </a:ext>
              </a:extLst>
            </p:cNvPr>
            <p:cNvGrpSpPr/>
            <p:nvPr/>
          </p:nvGrpSpPr>
          <p:grpSpPr>
            <a:xfrm>
              <a:off x="715400" y="1600325"/>
              <a:ext cx="2327100" cy="2825100"/>
              <a:chOff x="715400" y="1600325"/>
              <a:chExt cx="2327100" cy="2825100"/>
            </a:xfrm>
          </p:grpSpPr>
          <p:sp>
            <p:nvSpPr>
              <p:cNvPr id="573" name="Google Shape;573;p30">
                <a:extLst>
                  <a:ext uri="{FF2B5EF4-FFF2-40B4-BE49-F238E27FC236}">
                    <a16:creationId xmlns:a16="http://schemas.microsoft.com/office/drawing/2014/main" id="{147F6B6C-D3C5-A4FE-7A76-34FB5449D8E8}"/>
                  </a:ext>
                </a:extLst>
              </p:cNvPr>
              <p:cNvSpPr/>
              <p:nvPr/>
            </p:nvSpPr>
            <p:spPr>
              <a:xfrm>
                <a:off x="715400" y="1600325"/>
                <a:ext cx="2327100" cy="2825100"/>
              </a:xfrm>
              <a:prstGeom prst="roundRect">
                <a:avLst>
                  <a:gd name="adj" fmla="val 0"/>
                </a:avLst>
              </a:prstGeom>
              <a:solidFill>
                <a:schemeClr val="l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574" name="Google Shape;574;p30">
                <a:extLst>
                  <a:ext uri="{FF2B5EF4-FFF2-40B4-BE49-F238E27FC236}">
                    <a16:creationId xmlns:a16="http://schemas.microsoft.com/office/drawing/2014/main" id="{8402B97A-9A82-499E-39B3-89C4243C0DBC}"/>
                  </a:ext>
                </a:extLst>
              </p:cNvPr>
              <p:cNvCxnSpPr/>
              <p:nvPr/>
            </p:nvCxnSpPr>
            <p:spPr>
              <a:xfrm>
                <a:off x="715400" y="1783325"/>
                <a:ext cx="23223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575" name="Google Shape;575;p30">
            <a:extLst>
              <a:ext uri="{FF2B5EF4-FFF2-40B4-BE49-F238E27FC236}">
                <a16:creationId xmlns:a16="http://schemas.microsoft.com/office/drawing/2014/main" id="{FC847347-8866-E329-1896-FFD6F597A669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80350" y="2571436"/>
            <a:ext cx="2197200" cy="548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indent="0"/>
            <a:r>
              <a:rPr lang="it-IT" sz="2000" dirty="0" err="1"/>
              <a:t>LogService</a:t>
            </a:r>
            <a:endParaRPr lang="it-IT" sz="2000" dirty="0"/>
          </a:p>
        </p:txBody>
      </p:sp>
      <p:sp>
        <p:nvSpPr>
          <p:cNvPr id="576" name="Google Shape;576;p30">
            <a:extLst>
              <a:ext uri="{FF2B5EF4-FFF2-40B4-BE49-F238E27FC236}">
                <a16:creationId xmlns:a16="http://schemas.microsoft.com/office/drawing/2014/main" id="{1AA7C374-42D8-187C-F399-73297C6DD521}"/>
              </a:ext>
            </a:extLst>
          </p:cNvPr>
          <p:cNvSpPr txBox="1">
            <a:spLocks noGrp="1"/>
          </p:cNvSpPr>
          <p:nvPr>
            <p:ph type="subTitle" idx="5"/>
          </p:nvPr>
        </p:nvSpPr>
        <p:spPr>
          <a:xfrm>
            <a:off x="3474800" y="2571425"/>
            <a:ext cx="2194500" cy="548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indent="0"/>
            <a:r>
              <a:rPr lang="it-IT" sz="2000" dirty="0" err="1"/>
              <a:t>AuthService</a:t>
            </a:r>
            <a:endParaRPr lang="it-IT" sz="2000" dirty="0"/>
          </a:p>
        </p:txBody>
      </p:sp>
      <p:sp>
        <p:nvSpPr>
          <p:cNvPr id="577" name="Google Shape;577;p30">
            <a:extLst>
              <a:ext uri="{FF2B5EF4-FFF2-40B4-BE49-F238E27FC236}">
                <a16:creationId xmlns:a16="http://schemas.microsoft.com/office/drawing/2014/main" id="{873F2E1E-A583-CBFE-0418-91C519539501}"/>
              </a:ext>
            </a:extLst>
          </p:cNvPr>
          <p:cNvSpPr txBox="1">
            <a:spLocks noGrp="1"/>
          </p:cNvSpPr>
          <p:nvPr>
            <p:ph type="subTitle" idx="6"/>
          </p:nvPr>
        </p:nvSpPr>
        <p:spPr>
          <a:xfrm>
            <a:off x="6172308" y="2555675"/>
            <a:ext cx="2194500" cy="548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/>
              <a:t>NotificationService</a:t>
            </a:r>
            <a:endParaRPr sz="1600" dirty="0"/>
          </a:p>
        </p:txBody>
      </p:sp>
      <p:sp>
        <p:nvSpPr>
          <p:cNvPr id="578" name="Google Shape;578;p30">
            <a:extLst>
              <a:ext uri="{FF2B5EF4-FFF2-40B4-BE49-F238E27FC236}">
                <a16:creationId xmlns:a16="http://schemas.microsoft.com/office/drawing/2014/main" id="{E9CFEC62-C9E4-626C-9497-DDC8C476EDC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32" y="731520"/>
            <a:ext cx="7717500" cy="68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kumimoji="0" lang="en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ubik Black"/>
                <a:cs typeface="Rubik Black"/>
                <a:sym typeface="Rubik Black"/>
              </a:rPr>
              <a:t>Business microservices - implementati</a:t>
            </a:r>
            <a:endParaRPr dirty="0"/>
          </a:p>
        </p:txBody>
      </p:sp>
      <p:sp>
        <p:nvSpPr>
          <p:cNvPr id="579" name="Google Shape;579;p30">
            <a:extLst>
              <a:ext uri="{FF2B5EF4-FFF2-40B4-BE49-F238E27FC236}">
                <a16:creationId xmlns:a16="http://schemas.microsoft.com/office/drawing/2014/main" id="{A9454E76-3C3E-BAAD-9A74-FC680A1ECD16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781700" y="3053825"/>
            <a:ext cx="2194500" cy="129610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 algn="l"/>
            <a:r>
              <a:rPr lang="en" dirty="0"/>
              <a:t>Funzione:</a:t>
            </a:r>
          </a:p>
          <a:p>
            <a:pPr marL="0" indent="0" algn="l"/>
            <a:r>
              <a:rPr lang="it-IT" dirty="0"/>
              <a:t>Creare file di log, segnando le operazione svolte dagli utenti sulla piattaforma.</a:t>
            </a:r>
            <a:endParaRPr lang="en" dirty="0"/>
          </a:p>
        </p:txBody>
      </p:sp>
      <p:grpSp>
        <p:nvGrpSpPr>
          <p:cNvPr id="580" name="Google Shape;580;p30">
            <a:extLst>
              <a:ext uri="{FF2B5EF4-FFF2-40B4-BE49-F238E27FC236}">
                <a16:creationId xmlns:a16="http://schemas.microsoft.com/office/drawing/2014/main" id="{3A068A8A-6BBA-A617-2C6B-D3D135F26C9A}"/>
              </a:ext>
            </a:extLst>
          </p:cNvPr>
          <p:cNvGrpSpPr/>
          <p:nvPr/>
        </p:nvGrpSpPr>
        <p:grpSpPr>
          <a:xfrm>
            <a:off x="7013577" y="2017301"/>
            <a:ext cx="502899" cy="502899"/>
            <a:chOff x="858700" y="1967475"/>
            <a:chExt cx="605100" cy="605100"/>
          </a:xfrm>
        </p:grpSpPr>
        <p:sp>
          <p:nvSpPr>
            <p:cNvPr id="581" name="Google Shape;581;p30">
              <a:extLst>
                <a:ext uri="{FF2B5EF4-FFF2-40B4-BE49-F238E27FC236}">
                  <a16:creationId xmlns:a16="http://schemas.microsoft.com/office/drawing/2014/main" id="{82B2E8E0-0C5A-E681-DD29-4B3643DC4F01}"/>
                </a:ext>
              </a:extLst>
            </p:cNvPr>
            <p:cNvSpPr/>
            <p:nvPr/>
          </p:nvSpPr>
          <p:spPr>
            <a:xfrm>
              <a:off x="858700" y="1967475"/>
              <a:ext cx="605100" cy="605100"/>
            </a:xfrm>
            <a:prstGeom prst="roundRect">
              <a:avLst>
                <a:gd name="adj" fmla="val 15109"/>
              </a:avLst>
            </a:prstGeom>
            <a:solidFill>
              <a:schemeClr val="accent3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30">
              <a:extLst>
                <a:ext uri="{FF2B5EF4-FFF2-40B4-BE49-F238E27FC236}">
                  <a16:creationId xmlns:a16="http://schemas.microsoft.com/office/drawing/2014/main" id="{6E46FF66-BC53-494A-C9DD-13AEB8F8944B}"/>
                </a:ext>
              </a:extLst>
            </p:cNvPr>
            <p:cNvSpPr/>
            <p:nvPr/>
          </p:nvSpPr>
          <p:spPr>
            <a:xfrm>
              <a:off x="932654" y="2075711"/>
              <a:ext cx="457191" cy="388627"/>
            </a:xfrm>
            <a:custGeom>
              <a:avLst/>
              <a:gdLst/>
              <a:ahLst/>
              <a:cxnLst/>
              <a:rect l="l" t="t" r="r" b="b"/>
              <a:pathLst>
                <a:path w="10659" h="9051" extrusionOk="0">
                  <a:moveTo>
                    <a:pt x="2797" y="1"/>
                  </a:moveTo>
                  <a:cubicBezTo>
                    <a:pt x="2767" y="1"/>
                    <a:pt x="2738" y="1"/>
                    <a:pt x="2708" y="2"/>
                  </a:cubicBezTo>
                  <a:cubicBezTo>
                    <a:pt x="1293" y="27"/>
                    <a:pt x="196" y="1173"/>
                    <a:pt x="196" y="2588"/>
                  </a:cubicBezTo>
                  <a:cubicBezTo>
                    <a:pt x="196" y="2588"/>
                    <a:pt x="1" y="6368"/>
                    <a:pt x="5318" y="9051"/>
                  </a:cubicBezTo>
                  <a:lnTo>
                    <a:pt x="5342" y="9051"/>
                  </a:lnTo>
                  <a:cubicBezTo>
                    <a:pt x="10659" y="6368"/>
                    <a:pt x="10488" y="2588"/>
                    <a:pt x="10488" y="2588"/>
                  </a:cubicBezTo>
                  <a:cubicBezTo>
                    <a:pt x="10488" y="1173"/>
                    <a:pt x="9366" y="27"/>
                    <a:pt x="7976" y="2"/>
                  </a:cubicBezTo>
                  <a:cubicBezTo>
                    <a:pt x="7946" y="1"/>
                    <a:pt x="7916" y="1"/>
                    <a:pt x="7885" y="1"/>
                  </a:cubicBezTo>
                  <a:cubicBezTo>
                    <a:pt x="6512" y="1"/>
                    <a:pt x="5390" y="1081"/>
                    <a:pt x="5342" y="2441"/>
                  </a:cubicBezTo>
                  <a:cubicBezTo>
                    <a:pt x="5270" y="1081"/>
                    <a:pt x="4148" y="1"/>
                    <a:pt x="2797" y="1"/>
                  </a:cubicBezTo>
                  <a:close/>
                </a:path>
              </a:pathLst>
            </a:custGeom>
            <a:solidFill>
              <a:schemeClr val="accen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83" name="Google Shape;583;p30">
            <a:extLst>
              <a:ext uri="{FF2B5EF4-FFF2-40B4-BE49-F238E27FC236}">
                <a16:creationId xmlns:a16="http://schemas.microsoft.com/office/drawing/2014/main" id="{244F2912-2EDE-0066-F79F-51D88D307BFE}"/>
              </a:ext>
            </a:extLst>
          </p:cNvPr>
          <p:cNvGrpSpPr/>
          <p:nvPr/>
        </p:nvGrpSpPr>
        <p:grpSpPr>
          <a:xfrm>
            <a:off x="4320650" y="2017350"/>
            <a:ext cx="502800" cy="502800"/>
            <a:chOff x="7014301" y="2017350"/>
            <a:chExt cx="502800" cy="502800"/>
          </a:xfrm>
        </p:grpSpPr>
        <p:sp>
          <p:nvSpPr>
            <p:cNvPr id="584" name="Google Shape;584;p30">
              <a:extLst>
                <a:ext uri="{FF2B5EF4-FFF2-40B4-BE49-F238E27FC236}">
                  <a16:creationId xmlns:a16="http://schemas.microsoft.com/office/drawing/2014/main" id="{5EB767C3-4B03-B289-661C-EC49825AD5CC}"/>
                </a:ext>
              </a:extLst>
            </p:cNvPr>
            <p:cNvSpPr/>
            <p:nvPr/>
          </p:nvSpPr>
          <p:spPr>
            <a:xfrm>
              <a:off x="7014301" y="2017350"/>
              <a:ext cx="502800" cy="502800"/>
            </a:xfrm>
            <a:prstGeom prst="roundRect">
              <a:avLst>
                <a:gd name="adj" fmla="val 15109"/>
              </a:avLst>
            </a:prstGeom>
            <a:solidFill>
              <a:schemeClr val="accen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Google Shape;585;p30">
              <a:extLst>
                <a:ext uri="{FF2B5EF4-FFF2-40B4-BE49-F238E27FC236}">
                  <a16:creationId xmlns:a16="http://schemas.microsoft.com/office/drawing/2014/main" id="{0F0D2400-333B-32AF-9813-30571BC1C965}"/>
                </a:ext>
              </a:extLst>
            </p:cNvPr>
            <p:cNvSpPr/>
            <p:nvPr/>
          </p:nvSpPr>
          <p:spPr>
            <a:xfrm>
              <a:off x="7095012" y="2108734"/>
              <a:ext cx="341378" cy="320032"/>
            </a:xfrm>
            <a:custGeom>
              <a:avLst/>
              <a:gdLst/>
              <a:ahLst/>
              <a:cxnLst/>
              <a:rect l="l" t="t" r="r" b="b"/>
              <a:pathLst>
                <a:path w="10634" h="9925" extrusionOk="0">
                  <a:moveTo>
                    <a:pt x="5308" y="0"/>
                  </a:moveTo>
                  <a:cubicBezTo>
                    <a:pt x="5171" y="0"/>
                    <a:pt x="5037" y="73"/>
                    <a:pt x="4976" y="220"/>
                  </a:cubicBezTo>
                  <a:lnTo>
                    <a:pt x="3659" y="2878"/>
                  </a:lnTo>
                  <a:cubicBezTo>
                    <a:pt x="3585" y="3000"/>
                    <a:pt x="3488" y="3073"/>
                    <a:pt x="3366" y="3073"/>
                  </a:cubicBezTo>
                  <a:lnTo>
                    <a:pt x="415" y="3512"/>
                  </a:lnTo>
                  <a:cubicBezTo>
                    <a:pt x="122" y="3561"/>
                    <a:pt x="0" y="3927"/>
                    <a:pt x="220" y="4147"/>
                  </a:cubicBezTo>
                  <a:lnTo>
                    <a:pt x="2341" y="6220"/>
                  </a:lnTo>
                  <a:cubicBezTo>
                    <a:pt x="2439" y="6317"/>
                    <a:pt x="2488" y="6439"/>
                    <a:pt x="2463" y="6561"/>
                  </a:cubicBezTo>
                  <a:lnTo>
                    <a:pt x="1951" y="9488"/>
                  </a:lnTo>
                  <a:cubicBezTo>
                    <a:pt x="1913" y="9736"/>
                    <a:pt x="2099" y="9924"/>
                    <a:pt x="2322" y="9924"/>
                  </a:cubicBezTo>
                  <a:cubicBezTo>
                    <a:pt x="2384" y="9924"/>
                    <a:pt x="2449" y="9910"/>
                    <a:pt x="2512" y="9878"/>
                  </a:cubicBezTo>
                  <a:lnTo>
                    <a:pt x="5122" y="8512"/>
                  </a:lnTo>
                  <a:cubicBezTo>
                    <a:pt x="5183" y="8476"/>
                    <a:pt x="5244" y="8457"/>
                    <a:pt x="5305" y="8457"/>
                  </a:cubicBezTo>
                  <a:cubicBezTo>
                    <a:pt x="5366" y="8457"/>
                    <a:pt x="5427" y="8476"/>
                    <a:pt x="5488" y="8512"/>
                  </a:cubicBezTo>
                  <a:lnTo>
                    <a:pt x="8122" y="9878"/>
                  </a:lnTo>
                  <a:cubicBezTo>
                    <a:pt x="8180" y="9910"/>
                    <a:pt x="8241" y="9924"/>
                    <a:pt x="8299" y="9924"/>
                  </a:cubicBezTo>
                  <a:cubicBezTo>
                    <a:pt x="8511" y="9924"/>
                    <a:pt x="8697" y="9736"/>
                    <a:pt x="8658" y="9488"/>
                  </a:cubicBezTo>
                  <a:lnTo>
                    <a:pt x="8146" y="6561"/>
                  </a:lnTo>
                  <a:cubicBezTo>
                    <a:pt x="8122" y="6439"/>
                    <a:pt x="8171" y="6317"/>
                    <a:pt x="8268" y="6220"/>
                  </a:cubicBezTo>
                  <a:lnTo>
                    <a:pt x="10390" y="4147"/>
                  </a:lnTo>
                  <a:cubicBezTo>
                    <a:pt x="10634" y="3927"/>
                    <a:pt x="10488" y="3561"/>
                    <a:pt x="10195" y="3512"/>
                  </a:cubicBezTo>
                  <a:lnTo>
                    <a:pt x="7244" y="3098"/>
                  </a:lnTo>
                  <a:cubicBezTo>
                    <a:pt x="7122" y="3073"/>
                    <a:pt x="7024" y="3000"/>
                    <a:pt x="6976" y="2878"/>
                  </a:cubicBezTo>
                  <a:lnTo>
                    <a:pt x="5658" y="220"/>
                  </a:lnTo>
                  <a:cubicBezTo>
                    <a:pt x="5585" y="73"/>
                    <a:pt x="5445" y="0"/>
                    <a:pt x="5308" y="0"/>
                  </a:cubicBezTo>
                  <a:close/>
                </a:path>
              </a:pathLst>
            </a:custGeom>
            <a:solidFill>
              <a:schemeClr val="accent3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86" name="Google Shape;586;p30">
            <a:extLst>
              <a:ext uri="{FF2B5EF4-FFF2-40B4-BE49-F238E27FC236}">
                <a16:creationId xmlns:a16="http://schemas.microsoft.com/office/drawing/2014/main" id="{F58620EF-4EF5-074F-755D-7D4BA154297A}"/>
              </a:ext>
            </a:extLst>
          </p:cNvPr>
          <p:cNvGrpSpPr/>
          <p:nvPr/>
        </p:nvGrpSpPr>
        <p:grpSpPr>
          <a:xfrm>
            <a:off x="1627550" y="2017350"/>
            <a:ext cx="502800" cy="502800"/>
            <a:chOff x="1627550" y="2017350"/>
            <a:chExt cx="502800" cy="502800"/>
          </a:xfrm>
        </p:grpSpPr>
        <p:sp>
          <p:nvSpPr>
            <p:cNvPr id="587" name="Google Shape;587;p30">
              <a:extLst>
                <a:ext uri="{FF2B5EF4-FFF2-40B4-BE49-F238E27FC236}">
                  <a16:creationId xmlns:a16="http://schemas.microsoft.com/office/drawing/2014/main" id="{1F84AFDE-CD28-0F9D-CC01-C610E73B5F23}"/>
                </a:ext>
              </a:extLst>
            </p:cNvPr>
            <p:cNvSpPr/>
            <p:nvPr/>
          </p:nvSpPr>
          <p:spPr>
            <a:xfrm>
              <a:off x="1627550" y="2017350"/>
              <a:ext cx="502800" cy="502800"/>
            </a:xfrm>
            <a:prstGeom prst="roundRect">
              <a:avLst>
                <a:gd name="adj" fmla="val 15109"/>
              </a:avLst>
            </a:prstGeom>
            <a:solidFill>
              <a:schemeClr val="accen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588;p30">
              <a:extLst>
                <a:ext uri="{FF2B5EF4-FFF2-40B4-BE49-F238E27FC236}">
                  <a16:creationId xmlns:a16="http://schemas.microsoft.com/office/drawing/2014/main" id="{68020848-2916-C5EE-56AB-89F1B54CEDE0}"/>
                </a:ext>
              </a:extLst>
            </p:cNvPr>
            <p:cNvSpPr/>
            <p:nvPr/>
          </p:nvSpPr>
          <p:spPr>
            <a:xfrm>
              <a:off x="1718900" y="2108700"/>
              <a:ext cx="320100" cy="320100"/>
            </a:xfrm>
            <a:prstGeom prst="donut">
              <a:avLst>
                <a:gd name="adj" fmla="val 25000"/>
              </a:avLst>
            </a:prstGeom>
            <a:solidFill>
              <a:schemeClr val="l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89" name="Google Shape;589;p30">
            <a:extLst>
              <a:ext uri="{FF2B5EF4-FFF2-40B4-BE49-F238E27FC236}">
                <a16:creationId xmlns:a16="http://schemas.microsoft.com/office/drawing/2014/main" id="{E93D8AEE-2232-49A9-6308-4867A9AAA677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3468047" y="3053825"/>
            <a:ext cx="2194500" cy="118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 algn="l"/>
            <a:r>
              <a:rPr lang="en" dirty="0"/>
              <a:t>Funzione:</a:t>
            </a:r>
          </a:p>
          <a:p>
            <a:pPr marL="0" indent="0" algn="l"/>
            <a:r>
              <a:rPr lang="it-IT" dirty="0"/>
              <a:t>Gestire l'autenticazione e implementazione OAuth2</a:t>
            </a:r>
            <a:endParaRPr lang="en" dirty="0"/>
          </a:p>
          <a:p>
            <a:pPr marL="0" indent="0" algn="l"/>
            <a:r>
              <a:rPr lang="en" dirty="0"/>
              <a:t>Composto da:</a:t>
            </a:r>
          </a:p>
          <a:p>
            <a:pPr marL="0" indent="0" algn="l"/>
            <a:r>
              <a:rPr lang="en" dirty="0"/>
              <a:t>Utente e Ruolo</a:t>
            </a:r>
          </a:p>
        </p:txBody>
      </p:sp>
      <p:sp>
        <p:nvSpPr>
          <p:cNvPr id="590" name="Google Shape;590;p30">
            <a:extLst>
              <a:ext uri="{FF2B5EF4-FFF2-40B4-BE49-F238E27FC236}">
                <a16:creationId xmlns:a16="http://schemas.microsoft.com/office/drawing/2014/main" id="{87AB5C56-0A1D-58B4-B3C5-146883F7D2E5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6166547" y="3037496"/>
            <a:ext cx="2194500" cy="137448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/>
            <a:r>
              <a:rPr lang="en" dirty="0"/>
              <a:t>Funzione:</a:t>
            </a:r>
          </a:p>
          <a:p>
            <a:pPr marL="0" lvl="0" indent="0" algn="l"/>
            <a:r>
              <a:rPr lang="it-IT" dirty="0"/>
              <a:t>Gestire l'invio di notifiche agli utenti online tramite web </a:t>
            </a:r>
            <a:r>
              <a:rPr lang="it-IT" dirty="0" err="1"/>
              <a:t>socket</a:t>
            </a:r>
            <a:r>
              <a:rPr lang="it-IT" dirty="0"/>
              <a:t>.</a:t>
            </a:r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9855655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9">
          <a:extLst>
            <a:ext uri="{FF2B5EF4-FFF2-40B4-BE49-F238E27FC236}">
              <a16:creationId xmlns:a16="http://schemas.microsoft.com/office/drawing/2014/main" id="{0617535A-F8A3-5CC7-7558-518F61692A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oogle Shape;570;p30">
            <a:extLst>
              <a:ext uri="{FF2B5EF4-FFF2-40B4-BE49-F238E27FC236}">
                <a16:creationId xmlns:a16="http://schemas.microsoft.com/office/drawing/2014/main" id="{38E34118-9AB0-2C60-BAF9-4212F2B921D3}"/>
              </a:ext>
            </a:extLst>
          </p:cNvPr>
          <p:cNvGrpSpPr/>
          <p:nvPr/>
        </p:nvGrpSpPr>
        <p:grpSpPr>
          <a:xfrm>
            <a:off x="6328767" y="1840813"/>
            <a:ext cx="1962486" cy="971425"/>
            <a:chOff x="715400" y="1600325"/>
            <a:chExt cx="2418600" cy="2916600"/>
          </a:xfrm>
        </p:grpSpPr>
        <p:sp>
          <p:nvSpPr>
            <p:cNvPr id="15" name="Google Shape;571;p30">
              <a:extLst>
                <a:ext uri="{FF2B5EF4-FFF2-40B4-BE49-F238E27FC236}">
                  <a16:creationId xmlns:a16="http://schemas.microsoft.com/office/drawing/2014/main" id="{3AA91D37-F158-3598-B4F5-03ECD87FBCD9}"/>
                </a:ext>
              </a:extLst>
            </p:cNvPr>
            <p:cNvSpPr/>
            <p:nvPr/>
          </p:nvSpPr>
          <p:spPr>
            <a:xfrm>
              <a:off x="806900" y="1691825"/>
              <a:ext cx="2327100" cy="28251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2" name="Google Shape;572;p30">
              <a:extLst>
                <a:ext uri="{FF2B5EF4-FFF2-40B4-BE49-F238E27FC236}">
                  <a16:creationId xmlns:a16="http://schemas.microsoft.com/office/drawing/2014/main" id="{16C37445-BAE6-2C1F-B044-2AA80DCFA1AF}"/>
                </a:ext>
              </a:extLst>
            </p:cNvPr>
            <p:cNvGrpSpPr/>
            <p:nvPr/>
          </p:nvGrpSpPr>
          <p:grpSpPr>
            <a:xfrm>
              <a:off x="715400" y="1600325"/>
              <a:ext cx="2327100" cy="2825099"/>
              <a:chOff x="715400" y="1600325"/>
              <a:chExt cx="2327100" cy="2825099"/>
            </a:xfrm>
          </p:grpSpPr>
          <p:sp>
            <p:nvSpPr>
              <p:cNvPr id="33" name="Google Shape;573;p30">
                <a:extLst>
                  <a:ext uri="{FF2B5EF4-FFF2-40B4-BE49-F238E27FC236}">
                    <a16:creationId xmlns:a16="http://schemas.microsoft.com/office/drawing/2014/main" id="{D9A0456E-94A6-ABCA-3671-922A67854B2F}"/>
                  </a:ext>
                </a:extLst>
              </p:cNvPr>
              <p:cNvSpPr/>
              <p:nvPr/>
            </p:nvSpPr>
            <p:spPr>
              <a:xfrm>
                <a:off x="715400" y="1600325"/>
                <a:ext cx="2327100" cy="2825099"/>
              </a:xfrm>
              <a:prstGeom prst="roundRect">
                <a:avLst>
                  <a:gd name="adj" fmla="val 0"/>
                </a:avLst>
              </a:prstGeom>
              <a:solidFill>
                <a:schemeClr val="l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34" name="Google Shape;574;p30">
                <a:extLst>
                  <a:ext uri="{FF2B5EF4-FFF2-40B4-BE49-F238E27FC236}">
                    <a16:creationId xmlns:a16="http://schemas.microsoft.com/office/drawing/2014/main" id="{EE6EE46A-3AE9-4CCF-B349-E9BD89683A36}"/>
                  </a:ext>
                </a:extLst>
              </p:cNvPr>
              <p:cNvCxnSpPr/>
              <p:nvPr/>
            </p:nvCxnSpPr>
            <p:spPr>
              <a:xfrm>
                <a:off x="720200" y="2305086"/>
                <a:ext cx="23223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4" name="Google Shape;570;p30">
            <a:extLst>
              <a:ext uri="{FF2B5EF4-FFF2-40B4-BE49-F238E27FC236}">
                <a16:creationId xmlns:a16="http://schemas.microsoft.com/office/drawing/2014/main" id="{945FC8D9-29B0-649C-02F8-6CEA8E782C67}"/>
              </a:ext>
            </a:extLst>
          </p:cNvPr>
          <p:cNvGrpSpPr/>
          <p:nvPr/>
        </p:nvGrpSpPr>
        <p:grpSpPr>
          <a:xfrm>
            <a:off x="3590757" y="1841760"/>
            <a:ext cx="1962486" cy="971425"/>
            <a:chOff x="715400" y="1600325"/>
            <a:chExt cx="2418600" cy="2916600"/>
          </a:xfrm>
        </p:grpSpPr>
        <p:sp>
          <p:nvSpPr>
            <p:cNvPr id="5" name="Google Shape;571;p30">
              <a:extLst>
                <a:ext uri="{FF2B5EF4-FFF2-40B4-BE49-F238E27FC236}">
                  <a16:creationId xmlns:a16="http://schemas.microsoft.com/office/drawing/2014/main" id="{8237AE7A-C81E-509C-490C-1B1ACAEBF004}"/>
                </a:ext>
              </a:extLst>
            </p:cNvPr>
            <p:cNvSpPr/>
            <p:nvPr/>
          </p:nvSpPr>
          <p:spPr>
            <a:xfrm>
              <a:off x="806900" y="1691825"/>
              <a:ext cx="2327100" cy="28251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" name="Google Shape;572;p30">
              <a:extLst>
                <a:ext uri="{FF2B5EF4-FFF2-40B4-BE49-F238E27FC236}">
                  <a16:creationId xmlns:a16="http://schemas.microsoft.com/office/drawing/2014/main" id="{C3AAFC40-91C2-BA4E-EF98-66A7505A33DD}"/>
                </a:ext>
              </a:extLst>
            </p:cNvPr>
            <p:cNvGrpSpPr/>
            <p:nvPr/>
          </p:nvGrpSpPr>
          <p:grpSpPr>
            <a:xfrm>
              <a:off x="715400" y="1600325"/>
              <a:ext cx="2327100" cy="2825099"/>
              <a:chOff x="715400" y="1600325"/>
              <a:chExt cx="2327100" cy="2825099"/>
            </a:xfrm>
          </p:grpSpPr>
          <p:sp>
            <p:nvSpPr>
              <p:cNvPr id="7" name="Google Shape;573;p30">
                <a:extLst>
                  <a:ext uri="{FF2B5EF4-FFF2-40B4-BE49-F238E27FC236}">
                    <a16:creationId xmlns:a16="http://schemas.microsoft.com/office/drawing/2014/main" id="{C138310F-6F8F-BE65-BEEA-69972993480E}"/>
                  </a:ext>
                </a:extLst>
              </p:cNvPr>
              <p:cNvSpPr/>
              <p:nvPr/>
            </p:nvSpPr>
            <p:spPr>
              <a:xfrm>
                <a:off x="715400" y="1600325"/>
                <a:ext cx="2327100" cy="2825099"/>
              </a:xfrm>
              <a:prstGeom prst="roundRect">
                <a:avLst>
                  <a:gd name="adj" fmla="val 0"/>
                </a:avLst>
              </a:prstGeom>
              <a:solidFill>
                <a:schemeClr val="l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8" name="Google Shape;574;p30">
                <a:extLst>
                  <a:ext uri="{FF2B5EF4-FFF2-40B4-BE49-F238E27FC236}">
                    <a16:creationId xmlns:a16="http://schemas.microsoft.com/office/drawing/2014/main" id="{E67423B6-D39D-33F9-0704-9123C1C68271}"/>
                  </a:ext>
                </a:extLst>
              </p:cNvPr>
              <p:cNvCxnSpPr/>
              <p:nvPr/>
            </p:nvCxnSpPr>
            <p:spPr>
              <a:xfrm>
                <a:off x="720200" y="2305086"/>
                <a:ext cx="23223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570" name="Google Shape;570;p30">
            <a:extLst>
              <a:ext uri="{FF2B5EF4-FFF2-40B4-BE49-F238E27FC236}">
                <a16:creationId xmlns:a16="http://schemas.microsoft.com/office/drawing/2014/main" id="{F886DCC1-F6EB-E13E-C9E5-484408D633A8}"/>
              </a:ext>
            </a:extLst>
          </p:cNvPr>
          <p:cNvGrpSpPr/>
          <p:nvPr/>
        </p:nvGrpSpPr>
        <p:grpSpPr>
          <a:xfrm>
            <a:off x="1022072" y="1841760"/>
            <a:ext cx="1962486" cy="971425"/>
            <a:chOff x="715400" y="1600325"/>
            <a:chExt cx="2418600" cy="2916600"/>
          </a:xfrm>
        </p:grpSpPr>
        <p:sp>
          <p:nvSpPr>
            <p:cNvPr id="571" name="Google Shape;571;p30">
              <a:extLst>
                <a:ext uri="{FF2B5EF4-FFF2-40B4-BE49-F238E27FC236}">
                  <a16:creationId xmlns:a16="http://schemas.microsoft.com/office/drawing/2014/main" id="{BB68F46E-5BDF-917E-317A-69F736B38425}"/>
                </a:ext>
              </a:extLst>
            </p:cNvPr>
            <p:cNvSpPr/>
            <p:nvPr/>
          </p:nvSpPr>
          <p:spPr>
            <a:xfrm>
              <a:off x="806900" y="1691825"/>
              <a:ext cx="2327100" cy="28251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72" name="Google Shape;572;p30">
              <a:extLst>
                <a:ext uri="{FF2B5EF4-FFF2-40B4-BE49-F238E27FC236}">
                  <a16:creationId xmlns:a16="http://schemas.microsoft.com/office/drawing/2014/main" id="{5345890D-FED4-BAD4-0100-5145E0C5222B}"/>
                </a:ext>
              </a:extLst>
            </p:cNvPr>
            <p:cNvGrpSpPr/>
            <p:nvPr/>
          </p:nvGrpSpPr>
          <p:grpSpPr>
            <a:xfrm>
              <a:off x="715400" y="1600325"/>
              <a:ext cx="2327100" cy="2825100"/>
              <a:chOff x="715400" y="1600325"/>
              <a:chExt cx="2327100" cy="2825100"/>
            </a:xfrm>
          </p:grpSpPr>
          <p:sp>
            <p:nvSpPr>
              <p:cNvPr id="573" name="Google Shape;573;p30">
                <a:extLst>
                  <a:ext uri="{FF2B5EF4-FFF2-40B4-BE49-F238E27FC236}">
                    <a16:creationId xmlns:a16="http://schemas.microsoft.com/office/drawing/2014/main" id="{1B3D326F-6704-81D8-3D93-D93DE3F14BFB}"/>
                  </a:ext>
                </a:extLst>
              </p:cNvPr>
              <p:cNvSpPr/>
              <p:nvPr/>
            </p:nvSpPr>
            <p:spPr>
              <a:xfrm>
                <a:off x="715400" y="1600325"/>
                <a:ext cx="2327100" cy="2825100"/>
              </a:xfrm>
              <a:prstGeom prst="roundRect">
                <a:avLst>
                  <a:gd name="adj" fmla="val 0"/>
                </a:avLst>
              </a:prstGeom>
              <a:solidFill>
                <a:schemeClr val="l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574" name="Google Shape;574;p30">
                <a:extLst>
                  <a:ext uri="{FF2B5EF4-FFF2-40B4-BE49-F238E27FC236}">
                    <a16:creationId xmlns:a16="http://schemas.microsoft.com/office/drawing/2014/main" id="{61F499F1-5910-CE09-89B5-422A578A1952}"/>
                  </a:ext>
                </a:extLst>
              </p:cNvPr>
              <p:cNvCxnSpPr/>
              <p:nvPr/>
            </p:nvCxnSpPr>
            <p:spPr>
              <a:xfrm>
                <a:off x="720200" y="2305086"/>
                <a:ext cx="23223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575" name="Google Shape;575;p30">
            <a:extLst>
              <a:ext uri="{FF2B5EF4-FFF2-40B4-BE49-F238E27FC236}">
                <a16:creationId xmlns:a16="http://schemas.microsoft.com/office/drawing/2014/main" id="{48194EFC-7A0B-8C80-16B0-19C9256D5A7C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948106" y="2087263"/>
            <a:ext cx="2028287" cy="548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it-IT" sz="1800" dirty="0" err="1"/>
              <a:t>KitchenService</a:t>
            </a:r>
            <a:endParaRPr lang="it-IT" sz="1800" dirty="0"/>
          </a:p>
        </p:txBody>
      </p:sp>
      <p:sp>
        <p:nvSpPr>
          <p:cNvPr id="578" name="Google Shape;578;p30">
            <a:extLst>
              <a:ext uri="{FF2B5EF4-FFF2-40B4-BE49-F238E27FC236}">
                <a16:creationId xmlns:a16="http://schemas.microsoft.com/office/drawing/2014/main" id="{F796C732-393B-6034-CB7A-6F86E9DA31D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32" y="731520"/>
            <a:ext cx="7717500" cy="68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/>
              <a:t>Business microservices – non implementati</a:t>
            </a:r>
            <a:endParaRPr sz="2800" dirty="0"/>
          </a:p>
        </p:txBody>
      </p:sp>
      <p:sp>
        <p:nvSpPr>
          <p:cNvPr id="55" name="Google Shape;575;p30">
            <a:extLst>
              <a:ext uri="{FF2B5EF4-FFF2-40B4-BE49-F238E27FC236}">
                <a16:creationId xmlns:a16="http://schemas.microsoft.com/office/drawing/2014/main" id="{85256C35-4C71-F57F-CFCA-3EDED5A12004}"/>
              </a:ext>
            </a:extLst>
          </p:cNvPr>
          <p:cNvSpPr txBox="1">
            <a:spLocks/>
          </p:cNvSpPr>
          <p:nvPr/>
        </p:nvSpPr>
        <p:spPr>
          <a:xfrm>
            <a:off x="3509472" y="2092857"/>
            <a:ext cx="2028287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0" lvl="0" indent="0"/>
            <a:r>
              <a:rPr lang="it-IT" sz="1800" dirty="0" err="1"/>
              <a:t>CateringService</a:t>
            </a:r>
            <a:endParaRPr lang="it-IT" sz="1800" dirty="0"/>
          </a:p>
        </p:txBody>
      </p:sp>
      <p:sp>
        <p:nvSpPr>
          <p:cNvPr id="59" name="Google Shape;575;p30">
            <a:extLst>
              <a:ext uri="{FF2B5EF4-FFF2-40B4-BE49-F238E27FC236}">
                <a16:creationId xmlns:a16="http://schemas.microsoft.com/office/drawing/2014/main" id="{E5925E4B-32DA-D459-BC8C-1137FB6BEBB3}"/>
              </a:ext>
            </a:extLst>
          </p:cNvPr>
          <p:cNvSpPr txBox="1">
            <a:spLocks/>
          </p:cNvSpPr>
          <p:nvPr/>
        </p:nvSpPr>
        <p:spPr>
          <a:xfrm>
            <a:off x="6232679" y="2080312"/>
            <a:ext cx="2028287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0" indent="0"/>
            <a:r>
              <a:rPr lang="en" sz="1800" dirty="0"/>
              <a:t>BoardService</a:t>
            </a:r>
            <a:endParaRPr lang="it-IT" sz="1800" dirty="0"/>
          </a:p>
        </p:txBody>
      </p:sp>
      <p:grpSp>
        <p:nvGrpSpPr>
          <p:cNvPr id="40" name="Google Shape;570;p30">
            <a:extLst>
              <a:ext uri="{FF2B5EF4-FFF2-40B4-BE49-F238E27FC236}">
                <a16:creationId xmlns:a16="http://schemas.microsoft.com/office/drawing/2014/main" id="{8178244D-4B59-4DEF-9490-3F9468DEAC31}"/>
              </a:ext>
            </a:extLst>
          </p:cNvPr>
          <p:cNvGrpSpPr/>
          <p:nvPr/>
        </p:nvGrpSpPr>
        <p:grpSpPr>
          <a:xfrm>
            <a:off x="6328767" y="3280497"/>
            <a:ext cx="1962486" cy="971425"/>
            <a:chOff x="715400" y="1600325"/>
            <a:chExt cx="2418600" cy="2916600"/>
          </a:xfrm>
        </p:grpSpPr>
        <p:sp>
          <p:nvSpPr>
            <p:cNvPr id="41" name="Google Shape;571;p30">
              <a:extLst>
                <a:ext uri="{FF2B5EF4-FFF2-40B4-BE49-F238E27FC236}">
                  <a16:creationId xmlns:a16="http://schemas.microsoft.com/office/drawing/2014/main" id="{E5F38E50-7931-08FB-34F3-AE11F807E9C4}"/>
                </a:ext>
              </a:extLst>
            </p:cNvPr>
            <p:cNvSpPr/>
            <p:nvPr/>
          </p:nvSpPr>
          <p:spPr>
            <a:xfrm>
              <a:off x="806900" y="1691825"/>
              <a:ext cx="2327100" cy="28251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2" name="Google Shape;572;p30">
              <a:extLst>
                <a:ext uri="{FF2B5EF4-FFF2-40B4-BE49-F238E27FC236}">
                  <a16:creationId xmlns:a16="http://schemas.microsoft.com/office/drawing/2014/main" id="{A0BB2317-4217-DB18-AF09-2118D91708F9}"/>
                </a:ext>
              </a:extLst>
            </p:cNvPr>
            <p:cNvGrpSpPr/>
            <p:nvPr/>
          </p:nvGrpSpPr>
          <p:grpSpPr>
            <a:xfrm>
              <a:off x="715400" y="1600325"/>
              <a:ext cx="2327100" cy="2825099"/>
              <a:chOff x="715400" y="1600325"/>
              <a:chExt cx="2327100" cy="2825099"/>
            </a:xfrm>
          </p:grpSpPr>
          <p:sp>
            <p:nvSpPr>
              <p:cNvPr id="43" name="Google Shape;573;p30">
                <a:extLst>
                  <a:ext uri="{FF2B5EF4-FFF2-40B4-BE49-F238E27FC236}">
                    <a16:creationId xmlns:a16="http://schemas.microsoft.com/office/drawing/2014/main" id="{043EA7E6-7CBC-C2F4-28E6-165A1B080855}"/>
                  </a:ext>
                </a:extLst>
              </p:cNvPr>
              <p:cNvSpPr/>
              <p:nvPr/>
            </p:nvSpPr>
            <p:spPr>
              <a:xfrm>
                <a:off x="715400" y="1600325"/>
                <a:ext cx="2327100" cy="2825099"/>
              </a:xfrm>
              <a:prstGeom prst="roundRect">
                <a:avLst>
                  <a:gd name="adj" fmla="val 0"/>
                </a:avLst>
              </a:prstGeom>
              <a:solidFill>
                <a:schemeClr val="l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49" name="Google Shape;574;p30">
                <a:extLst>
                  <a:ext uri="{FF2B5EF4-FFF2-40B4-BE49-F238E27FC236}">
                    <a16:creationId xmlns:a16="http://schemas.microsoft.com/office/drawing/2014/main" id="{817D2AB2-1328-2F44-1E4E-24942B8FA0A4}"/>
                  </a:ext>
                </a:extLst>
              </p:cNvPr>
              <p:cNvCxnSpPr/>
              <p:nvPr/>
            </p:nvCxnSpPr>
            <p:spPr>
              <a:xfrm>
                <a:off x="720200" y="2305086"/>
                <a:ext cx="23223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50" name="Google Shape;570;p30">
            <a:extLst>
              <a:ext uri="{FF2B5EF4-FFF2-40B4-BE49-F238E27FC236}">
                <a16:creationId xmlns:a16="http://schemas.microsoft.com/office/drawing/2014/main" id="{982834D5-F694-B741-2931-212752EA051A}"/>
              </a:ext>
            </a:extLst>
          </p:cNvPr>
          <p:cNvGrpSpPr/>
          <p:nvPr/>
        </p:nvGrpSpPr>
        <p:grpSpPr>
          <a:xfrm>
            <a:off x="3601117" y="3266207"/>
            <a:ext cx="1962486" cy="971425"/>
            <a:chOff x="715400" y="1600325"/>
            <a:chExt cx="2418600" cy="2916600"/>
          </a:xfrm>
        </p:grpSpPr>
        <p:sp>
          <p:nvSpPr>
            <p:cNvPr id="51" name="Google Shape;571;p30">
              <a:extLst>
                <a:ext uri="{FF2B5EF4-FFF2-40B4-BE49-F238E27FC236}">
                  <a16:creationId xmlns:a16="http://schemas.microsoft.com/office/drawing/2014/main" id="{0603780D-74CA-7183-B0B6-707F2ACE6BB0}"/>
                </a:ext>
              </a:extLst>
            </p:cNvPr>
            <p:cNvSpPr/>
            <p:nvPr/>
          </p:nvSpPr>
          <p:spPr>
            <a:xfrm>
              <a:off x="806900" y="1691825"/>
              <a:ext cx="2327100" cy="28251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2" name="Google Shape;572;p30">
              <a:extLst>
                <a:ext uri="{FF2B5EF4-FFF2-40B4-BE49-F238E27FC236}">
                  <a16:creationId xmlns:a16="http://schemas.microsoft.com/office/drawing/2014/main" id="{11E4EEC3-EB21-0809-7700-3001FBE6C7A3}"/>
                </a:ext>
              </a:extLst>
            </p:cNvPr>
            <p:cNvGrpSpPr/>
            <p:nvPr/>
          </p:nvGrpSpPr>
          <p:grpSpPr>
            <a:xfrm>
              <a:off x="715400" y="1600325"/>
              <a:ext cx="2327100" cy="2825099"/>
              <a:chOff x="715400" y="1600325"/>
              <a:chExt cx="2327100" cy="2825099"/>
            </a:xfrm>
          </p:grpSpPr>
          <p:sp>
            <p:nvSpPr>
              <p:cNvPr id="53" name="Google Shape;573;p30">
                <a:extLst>
                  <a:ext uri="{FF2B5EF4-FFF2-40B4-BE49-F238E27FC236}">
                    <a16:creationId xmlns:a16="http://schemas.microsoft.com/office/drawing/2014/main" id="{C0560F3E-3FAF-2AA0-EFFE-AFE48C9A4526}"/>
                  </a:ext>
                </a:extLst>
              </p:cNvPr>
              <p:cNvSpPr/>
              <p:nvPr/>
            </p:nvSpPr>
            <p:spPr>
              <a:xfrm>
                <a:off x="715400" y="1600325"/>
                <a:ext cx="2327100" cy="2825099"/>
              </a:xfrm>
              <a:prstGeom prst="roundRect">
                <a:avLst>
                  <a:gd name="adj" fmla="val 0"/>
                </a:avLst>
              </a:prstGeom>
              <a:solidFill>
                <a:schemeClr val="l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512" name="Google Shape;574;p30">
                <a:extLst>
                  <a:ext uri="{FF2B5EF4-FFF2-40B4-BE49-F238E27FC236}">
                    <a16:creationId xmlns:a16="http://schemas.microsoft.com/office/drawing/2014/main" id="{4B44FA36-E421-21AA-D662-FDAA2DD5BFB5}"/>
                  </a:ext>
                </a:extLst>
              </p:cNvPr>
              <p:cNvCxnSpPr/>
              <p:nvPr/>
            </p:nvCxnSpPr>
            <p:spPr>
              <a:xfrm>
                <a:off x="720200" y="2305086"/>
                <a:ext cx="23223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513" name="Google Shape;570;p30">
            <a:extLst>
              <a:ext uri="{FF2B5EF4-FFF2-40B4-BE49-F238E27FC236}">
                <a16:creationId xmlns:a16="http://schemas.microsoft.com/office/drawing/2014/main" id="{4FC6E496-DDA7-57E9-88C7-98045F42C022}"/>
              </a:ext>
            </a:extLst>
          </p:cNvPr>
          <p:cNvGrpSpPr/>
          <p:nvPr/>
        </p:nvGrpSpPr>
        <p:grpSpPr>
          <a:xfrm>
            <a:off x="1032432" y="3266207"/>
            <a:ext cx="1962486" cy="971425"/>
            <a:chOff x="715400" y="1600325"/>
            <a:chExt cx="2418600" cy="2916600"/>
          </a:xfrm>
        </p:grpSpPr>
        <p:sp>
          <p:nvSpPr>
            <p:cNvPr id="514" name="Google Shape;571;p30">
              <a:extLst>
                <a:ext uri="{FF2B5EF4-FFF2-40B4-BE49-F238E27FC236}">
                  <a16:creationId xmlns:a16="http://schemas.microsoft.com/office/drawing/2014/main" id="{1EF06413-C8DF-3457-7166-3C3581055E31}"/>
                </a:ext>
              </a:extLst>
            </p:cNvPr>
            <p:cNvSpPr/>
            <p:nvPr/>
          </p:nvSpPr>
          <p:spPr>
            <a:xfrm>
              <a:off x="806900" y="1691825"/>
              <a:ext cx="2327100" cy="28251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15" name="Google Shape;572;p30">
              <a:extLst>
                <a:ext uri="{FF2B5EF4-FFF2-40B4-BE49-F238E27FC236}">
                  <a16:creationId xmlns:a16="http://schemas.microsoft.com/office/drawing/2014/main" id="{974DFF87-E58E-4BD1-067F-0055C531EEA6}"/>
                </a:ext>
              </a:extLst>
            </p:cNvPr>
            <p:cNvGrpSpPr/>
            <p:nvPr/>
          </p:nvGrpSpPr>
          <p:grpSpPr>
            <a:xfrm>
              <a:off x="715400" y="1600325"/>
              <a:ext cx="2327100" cy="2825100"/>
              <a:chOff x="715400" y="1600325"/>
              <a:chExt cx="2327100" cy="2825100"/>
            </a:xfrm>
          </p:grpSpPr>
          <p:sp>
            <p:nvSpPr>
              <p:cNvPr id="516" name="Google Shape;573;p30">
                <a:extLst>
                  <a:ext uri="{FF2B5EF4-FFF2-40B4-BE49-F238E27FC236}">
                    <a16:creationId xmlns:a16="http://schemas.microsoft.com/office/drawing/2014/main" id="{86119465-49AA-5C45-A5AB-FC69588AC932}"/>
                  </a:ext>
                </a:extLst>
              </p:cNvPr>
              <p:cNvSpPr/>
              <p:nvPr/>
            </p:nvSpPr>
            <p:spPr>
              <a:xfrm>
                <a:off x="715400" y="1600325"/>
                <a:ext cx="2327100" cy="2825100"/>
              </a:xfrm>
              <a:prstGeom prst="roundRect">
                <a:avLst>
                  <a:gd name="adj" fmla="val 0"/>
                </a:avLst>
              </a:prstGeom>
              <a:solidFill>
                <a:schemeClr val="l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517" name="Google Shape;574;p30">
                <a:extLst>
                  <a:ext uri="{FF2B5EF4-FFF2-40B4-BE49-F238E27FC236}">
                    <a16:creationId xmlns:a16="http://schemas.microsoft.com/office/drawing/2014/main" id="{4744F186-88EA-FAF8-5A52-4DCC4C5DF7B2}"/>
                  </a:ext>
                </a:extLst>
              </p:cNvPr>
              <p:cNvCxnSpPr/>
              <p:nvPr/>
            </p:nvCxnSpPr>
            <p:spPr>
              <a:xfrm>
                <a:off x="720200" y="2305086"/>
                <a:ext cx="23223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518" name="Google Shape;575;p30">
            <a:extLst>
              <a:ext uri="{FF2B5EF4-FFF2-40B4-BE49-F238E27FC236}">
                <a16:creationId xmlns:a16="http://schemas.microsoft.com/office/drawing/2014/main" id="{20EFD32F-F254-49A1-9509-005294DEFDBA}"/>
              </a:ext>
            </a:extLst>
          </p:cNvPr>
          <p:cNvSpPr txBox="1">
            <a:spLocks/>
          </p:cNvSpPr>
          <p:nvPr/>
        </p:nvSpPr>
        <p:spPr>
          <a:xfrm>
            <a:off x="958466" y="3511710"/>
            <a:ext cx="2028287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0" lvl="0" indent="0"/>
            <a:r>
              <a:rPr lang="it-IT" sz="1800" dirty="0" err="1"/>
              <a:t>InventoryService</a:t>
            </a:r>
            <a:endParaRPr lang="it-IT" sz="1800" dirty="0"/>
          </a:p>
        </p:txBody>
      </p:sp>
      <p:sp>
        <p:nvSpPr>
          <p:cNvPr id="519" name="Google Shape;575;p30">
            <a:extLst>
              <a:ext uri="{FF2B5EF4-FFF2-40B4-BE49-F238E27FC236}">
                <a16:creationId xmlns:a16="http://schemas.microsoft.com/office/drawing/2014/main" id="{6D017693-EEFD-F205-C2D2-BF66A765DF87}"/>
              </a:ext>
            </a:extLst>
          </p:cNvPr>
          <p:cNvSpPr txBox="1">
            <a:spLocks/>
          </p:cNvSpPr>
          <p:nvPr/>
        </p:nvSpPr>
        <p:spPr>
          <a:xfrm>
            <a:off x="3519832" y="3517304"/>
            <a:ext cx="2028287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0" indent="0"/>
            <a:r>
              <a:rPr lang="it-IT" sz="1800" dirty="0" err="1"/>
              <a:t>PaymentService</a:t>
            </a:r>
            <a:endParaRPr lang="it-IT" sz="1800" dirty="0"/>
          </a:p>
        </p:txBody>
      </p:sp>
      <p:sp>
        <p:nvSpPr>
          <p:cNvPr id="520" name="Google Shape;575;p30">
            <a:extLst>
              <a:ext uri="{FF2B5EF4-FFF2-40B4-BE49-F238E27FC236}">
                <a16:creationId xmlns:a16="http://schemas.microsoft.com/office/drawing/2014/main" id="{31093B7C-4349-69E8-FA43-DB774279038E}"/>
              </a:ext>
            </a:extLst>
          </p:cNvPr>
          <p:cNvSpPr txBox="1">
            <a:spLocks/>
          </p:cNvSpPr>
          <p:nvPr/>
        </p:nvSpPr>
        <p:spPr>
          <a:xfrm>
            <a:off x="6241994" y="3516357"/>
            <a:ext cx="2028287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0" indent="0"/>
            <a:r>
              <a:rPr lang="en" sz="1800" dirty="0"/>
              <a:t>BookService</a:t>
            </a:r>
            <a:endParaRPr lang="it-IT" sz="1800" dirty="0"/>
          </a:p>
        </p:txBody>
      </p:sp>
    </p:spTree>
    <p:extLst>
      <p:ext uri="{BB962C8B-B14F-4D97-AF65-F5344CB8AC3E}">
        <p14:creationId xmlns:p14="http://schemas.microsoft.com/office/powerpoint/2010/main" val="20239904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3" name="Google Shape;623;p32"/>
          <p:cNvGrpSpPr/>
          <p:nvPr/>
        </p:nvGrpSpPr>
        <p:grpSpPr>
          <a:xfrm>
            <a:off x="416380" y="1287426"/>
            <a:ext cx="8384720" cy="3436974"/>
            <a:chOff x="715100" y="1600313"/>
            <a:chExt cx="3771900" cy="1412550"/>
          </a:xfrm>
        </p:grpSpPr>
        <p:sp>
          <p:nvSpPr>
            <p:cNvPr id="624" name="Google Shape;624;p32"/>
            <p:cNvSpPr/>
            <p:nvPr/>
          </p:nvSpPr>
          <p:spPr>
            <a:xfrm>
              <a:off x="812900" y="1691663"/>
              <a:ext cx="3674100" cy="13212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Google Shape;625;p32"/>
            <p:cNvSpPr/>
            <p:nvPr/>
          </p:nvSpPr>
          <p:spPr>
            <a:xfrm>
              <a:off x="715100" y="1600313"/>
              <a:ext cx="3674100" cy="1321200"/>
            </a:xfrm>
            <a:prstGeom prst="roundRect">
              <a:avLst>
                <a:gd name="adj" fmla="val 0"/>
              </a:avLst>
            </a:prstGeom>
            <a:solidFill>
              <a:schemeClr val="l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626" name="Google Shape;626;p32"/>
            <p:cNvCxnSpPr/>
            <p:nvPr/>
          </p:nvCxnSpPr>
          <p:spPr>
            <a:xfrm>
              <a:off x="715100" y="1783313"/>
              <a:ext cx="36744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627" name="Google Shape;627;p32"/>
          <p:cNvSpPr txBox="1">
            <a:spLocks noGrp="1"/>
          </p:cNvSpPr>
          <p:nvPr>
            <p:ph type="subTitle" idx="3"/>
          </p:nvPr>
        </p:nvSpPr>
        <p:spPr>
          <a:xfrm>
            <a:off x="1055873" y="1917406"/>
            <a:ext cx="7458761" cy="244768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it-IT" dirty="0"/>
              <a:t>Paolo arrivato in negozio controlla le sue email, a quanto pare la casa editrice che aveva</a:t>
            </a:r>
          </a:p>
          <a:p>
            <a:r>
              <a:rPr lang="it-IT" dirty="0"/>
              <a:t>contattato gli ha risposto, hanno accettato di fare una collaborazione!</a:t>
            </a:r>
          </a:p>
          <a:p>
            <a:r>
              <a:rPr lang="it-IT" dirty="0"/>
              <a:t>Apre subito il portale di Black Coffee e fa il login con le sue credenziali lavorative. Poi</a:t>
            </a:r>
          </a:p>
          <a:p>
            <a:r>
              <a:rPr lang="it-IT" dirty="0"/>
              <a:t>apre la sezione eventi e inizia a creare il nuovo evento. Mette un titolo accattivante per</a:t>
            </a:r>
          </a:p>
          <a:p>
            <a:r>
              <a:rPr lang="it-IT" dirty="0"/>
              <a:t>cogliere l’attenzione dei clienti, la data dell’evento e poi una descrizione ancora più</a:t>
            </a:r>
          </a:p>
          <a:p>
            <a:r>
              <a:rPr lang="it-IT" dirty="0"/>
              <a:t>interessante</a:t>
            </a:r>
          </a:p>
          <a:p>
            <a:r>
              <a:rPr lang="it-IT" dirty="0"/>
              <a:t>Dopo procede con tutte le informazioni che servono all’organizzazione del negozio: tipo</a:t>
            </a:r>
          </a:p>
          <a:p>
            <a:r>
              <a:rPr lang="it-IT" dirty="0"/>
              <a:t>di evento, numero di posti, ecc. Infine deve compilare tutti i moduli per fare richiesta</a:t>
            </a:r>
          </a:p>
          <a:p>
            <a:r>
              <a:rPr lang="it-IT" dirty="0"/>
              <a:t>ufficiale ai suoi colleghi per la Sala e il Menù dell’evento. Ora deve solo aspettare le</a:t>
            </a:r>
          </a:p>
          <a:p>
            <a:r>
              <a:rPr lang="it-IT" dirty="0"/>
              <a:t>risposte, dopo potrà pubblicare l’evento e aspettare l’iscrizione dei clienti!</a:t>
            </a:r>
            <a:endParaRPr lang="it-IT" sz="1300" dirty="0"/>
          </a:p>
        </p:txBody>
      </p:sp>
      <p:sp>
        <p:nvSpPr>
          <p:cNvPr id="628" name="Google Shape;628;p32"/>
          <p:cNvSpPr txBox="1">
            <a:spLocks noGrp="1"/>
          </p:cNvSpPr>
          <p:nvPr>
            <p:ph type="title"/>
          </p:nvPr>
        </p:nvSpPr>
        <p:spPr>
          <a:xfrm>
            <a:off x="715100" y="578463"/>
            <a:ext cx="7713900" cy="68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User stories 1</a:t>
            </a:r>
            <a:endParaRPr dirty="0"/>
          </a:p>
        </p:txBody>
      </p:sp>
      <p:sp>
        <p:nvSpPr>
          <p:cNvPr id="629" name="Google Shape;629;p32"/>
          <p:cNvSpPr txBox="1">
            <a:spLocks noGrp="1"/>
          </p:cNvSpPr>
          <p:nvPr>
            <p:ph type="subTitle" idx="7"/>
          </p:nvPr>
        </p:nvSpPr>
        <p:spPr>
          <a:xfrm>
            <a:off x="1798218" y="1330834"/>
            <a:ext cx="6711998" cy="38542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it-IT" sz="1600" i="1" dirty="0"/>
              <a:t>Paolo e l’organizzazione dell’Evento Speciale</a:t>
            </a:r>
          </a:p>
        </p:txBody>
      </p:sp>
      <p:grpSp>
        <p:nvGrpSpPr>
          <p:cNvPr id="630" name="Google Shape;630;p32"/>
          <p:cNvGrpSpPr/>
          <p:nvPr/>
        </p:nvGrpSpPr>
        <p:grpSpPr>
          <a:xfrm>
            <a:off x="572080" y="1884530"/>
            <a:ext cx="502800" cy="502800"/>
            <a:chOff x="7014301" y="1985153"/>
            <a:chExt cx="502800" cy="502800"/>
          </a:xfrm>
        </p:grpSpPr>
        <p:sp>
          <p:nvSpPr>
            <p:cNvPr id="631" name="Google Shape;631;p32"/>
            <p:cNvSpPr/>
            <p:nvPr/>
          </p:nvSpPr>
          <p:spPr>
            <a:xfrm>
              <a:off x="7014301" y="1985153"/>
              <a:ext cx="502800" cy="502800"/>
            </a:xfrm>
            <a:prstGeom prst="roundRect">
              <a:avLst>
                <a:gd name="adj" fmla="val 15109"/>
              </a:avLst>
            </a:prstGeom>
            <a:solidFill>
              <a:schemeClr val="accen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632;p32"/>
            <p:cNvSpPr/>
            <p:nvPr/>
          </p:nvSpPr>
          <p:spPr>
            <a:xfrm>
              <a:off x="7095012" y="2074805"/>
              <a:ext cx="341378" cy="320032"/>
            </a:xfrm>
            <a:custGeom>
              <a:avLst/>
              <a:gdLst/>
              <a:ahLst/>
              <a:cxnLst/>
              <a:rect l="l" t="t" r="r" b="b"/>
              <a:pathLst>
                <a:path w="10634" h="9925" extrusionOk="0">
                  <a:moveTo>
                    <a:pt x="5308" y="0"/>
                  </a:moveTo>
                  <a:cubicBezTo>
                    <a:pt x="5171" y="0"/>
                    <a:pt x="5037" y="73"/>
                    <a:pt x="4976" y="220"/>
                  </a:cubicBezTo>
                  <a:lnTo>
                    <a:pt x="3659" y="2878"/>
                  </a:lnTo>
                  <a:cubicBezTo>
                    <a:pt x="3585" y="3000"/>
                    <a:pt x="3488" y="3073"/>
                    <a:pt x="3366" y="3073"/>
                  </a:cubicBezTo>
                  <a:lnTo>
                    <a:pt x="415" y="3512"/>
                  </a:lnTo>
                  <a:cubicBezTo>
                    <a:pt x="122" y="3561"/>
                    <a:pt x="0" y="3927"/>
                    <a:pt x="220" y="4147"/>
                  </a:cubicBezTo>
                  <a:lnTo>
                    <a:pt x="2341" y="6220"/>
                  </a:lnTo>
                  <a:cubicBezTo>
                    <a:pt x="2439" y="6317"/>
                    <a:pt x="2488" y="6439"/>
                    <a:pt x="2463" y="6561"/>
                  </a:cubicBezTo>
                  <a:lnTo>
                    <a:pt x="1951" y="9488"/>
                  </a:lnTo>
                  <a:cubicBezTo>
                    <a:pt x="1913" y="9736"/>
                    <a:pt x="2099" y="9924"/>
                    <a:pt x="2322" y="9924"/>
                  </a:cubicBezTo>
                  <a:cubicBezTo>
                    <a:pt x="2384" y="9924"/>
                    <a:pt x="2449" y="9910"/>
                    <a:pt x="2512" y="9878"/>
                  </a:cubicBezTo>
                  <a:lnTo>
                    <a:pt x="5122" y="8512"/>
                  </a:lnTo>
                  <a:cubicBezTo>
                    <a:pt x="5183" y="8476"/>
                    <a:pt x="5244" y="8457"/>
                    <a:pt x="5305" y="8457"/>
                  </a:cubicBezTo>
                  <a:cubicBezTo>
                    <a:pt x="5366" y="8457"/>
                    <a:pt x="5427" y="8476"/>
                    <a:pt x="5488" y="8512"/>
                  </a:cubicBezTo>
                  <a:lnTo>
                    <a:pt x="8122" y="9878"/>
                  </a:lnTo>
                  <a:cubicBezTo>
                    <a:pt x="8180" y="9910"/>
                    <a:pt x="8241" y="9924"/>
                    <a:pt x="8299" y="9924"/>
                  </a:cubicBezTo>
                  <a:cubicBezTo>
                    <a:pt x="8511" y="9924"/>
                    <a:pt x="8697" y="9736"/>
                    <a:pt x="8658" y="9488"/>
                  </a:cubicBezTo>
                  <a:lnTo>
                    <a:pt x="8146" y="6561"/>
                  </a:lnTo>
                  <a:cubicBezTo>
                    <a:pt x="8122" y="6439"/>
                    <a:pt x="8171" y="6317"/>
                    <a:pt x="8268" y="6220"/>
                  </a:cubicBezTo>
                  <a:lnTo>
                    <a:pt x="10390" y="4147"/>
                  </a:lnTo>
                  <a:cubicBezTo>
                    <a:pt x="10634" y="3927"/>
                    <a:pt x="10488" y="3561"/>
                    <a:pt x="10195" y="3512"/>
                  </a:cubicBezTo>
                  <a:lnTo>
                    <a:pt x="7244" y="3098"/>
                  </a:lnTo>
                  <a:cubicBezTo>
                    <a:pt x="7122" y="3073"/>
                    <a:pt x="7024" y="3000"/>
                    <a:pt x="6976" y="2878"/>
                  </a:cubicBezTo>
                  <a:lnTo>
                    <a:pt x="5658" y="220"/>
                  </a:lnTo>
                  <a:cubicBezTo>
                    <a:pt x="5585" y="73"/>
                    <a:pt x="5445" y="0"/>
                    <a:pt x="5308" y="0"/>
                  </a:cubicBezTo>
                  <a:close/>
                </a:path>
              </a:pathLst>
            </a:custGeom>
            <a:solidFill>
              <a:schemeClr val="accent3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2">
          <a:extLst>
            <a:ext uri="{FF2B5EF4-FFF2-40B4-BE49-F238E27FC236}">
              <a16:creationId xmlns:a16="http://schemas.microsoft.com/office/drawing/2014/main" id="{70AD85EA-E2AC-D9F0-515E-886266B6A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32">
            <a:extLst>
              <a:ext uri="{FF2B5EF4-FFF2-40B4-BE49-F238E27FC236}">
                <a16:creationId xmlns:a16="http://schemas.microsoft.com/office/drawing/2014/main" id="{9430FF3C-4B3B-359A-126A-C10B0979392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5100" y="578463"/>
            <a:ext cx="7713900" cy="68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User stories 2</a:t>
            </a:r>
            <a:endParaRPr dirty="0"/>
          </a:p>
        </p:txBody>
      </p:sp>
      <p:grpSp>
        <p:nvGrpSpPr>
          <p:cNvPr id="7" name="Google Shape;623;p32">
            <a:extLst>
              <a:ext uri="{FF2B5EF4-FFF2-40B4-BE49-F238E27FC236}">
                <a16:creationId xmlns:a16="http://schemas.microsoft.com/office/drawing/2014/main" id="{CC550FB8-8688-46FD-2054-8D4F4151B0A7}"/>
              </a:ext>
            </a:extLst>
          </p:cNvPr>
          <p:cNvGrpSpPr/>
          <p:nvPr/>
        </p:nvGrpSpPr>
        <p:grpSpPr>
          <a:xfrm>
            <a:off x="416380" y="1330036"/>
            <a:ext cx="8384719" cy="3407492"/>
            <a:chOff x="715100" y="1600313"/>
            <a:chExt cx="3771900" cy="1412550"/>
          </a:xfrm>
        </p:grpSpPr>
        <p:sp>
          <p:nvSpPr>
            <p:cNvPr id="8" name="Google Shape;624;p32">
              <a:extLst>
                <a:ext uri="{FF2B5EF4-FFF2-40B4-BE49-F238E27FC236}">
                  <a16:creationId xmlns:a16="http://schemas.microsoft.com/office/drawing/2014/main" id="{021168BB-8E2C-C908-A287-A8D82A1087EF}"/>
                </a:ext>
              </a:extLst>
            </p:cNvPr>
            <p:cNvSpPr/>
            <p:nvPr/>
          </p:nvSpPr>
          <p:spPr>
            <a:xfrm>
              <a:off x="812900" y="1691663"/>
              <a:ext cx="3674100" cy="13212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625;p32">
              <a:extLst>
                <a:ext uri="{FF2B5EF4-FFF2-40B4-BE49-F238E27FC236}">
                  <a16:creationId xmlns:a16="http://schemas.microsoft.com/office/drawing/2014/main" id="{666AF01B-43D1-C4E6-2E10-FB72F8D17221}"/>
                </a:ext>
              </a:extLst>
            </p:cNvPr>
            <p:cNvSpPr/>
            <p:nvPr/>
          </p:nvSpPr>
          <p:spPr>
            <a:xfrm>
              <a:off x="715100" y="1600313"/>
              <a:ext cx="3674100" cy="1321200"/>
            </a:xfrm>
            <a:prstGeom prst="roundRect">
              <a:avLst>
                <a:gd name="adj" fmla="val 0"/>
              </a:avLst>
            </a:prstGeom>
            <a:solidFill>
              <a:schemeClr val="l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0" name="Google Shape;626;p32">
              <a:extLst>
                <a:ext uri="{FF2B5EF4-FFF2-40B4-BE49-F238E27FC236}">
                  <a16:creationId xmlns:a16="http://schemas.microsoft.com/office/drawing/2014/main" id="{633F41C4-4442-7C1A-B358-CB3ABE17391C}"/>
                </a:ext>
              </a:extLst>
            </p:cNvPr>
            <p:cNvCxnSpPr/>
            <p:nvPr/>
          </p:nvCxnSpPr>
          <p:spPr>
            <a:xfrm>
              <a:off x="715100" y="1783313"/>
              <a:ext cx="36744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1" name="Google Shape;627;p32">
            <a:extLst>
              <a:ext uri="{FF2B5EF4-FFF2-40B4-BE49-F238E27FC236}">
                <a16:creationId xmlns:a16="http://schemas.microsoft.com/office/drawing/2014/main" id="{E5C10398-8032-021A-6DE3-9FB7DB7C9F2E}"/>
              </a:ext>
            </a:extLst>
          </p:cNvPr>
          <p:cNvSpPr txBox="1">
            <a:spLocks/>
          </p:cNvSpPr>
          <p:nvPr/>
        </p:nvSpPr>
        <p:spPr>
          <a:xfrm>
            <a:off x="1412736" y="3724898"/>
            <a:ext cx="66369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>
            <a:endParaRPr lang="it-IT" dirty="0"/>
          </a:p>
        </p:txBody>
      </p:sp>
      <p:grpSp>
        <p:nvGrpSpPr>
          <p:cNvPr id="13" name="Google Shape;630;p32">
            <a:extLst>
              <a:ext uri="{FF2B5EF4-FFF2-40B4-BE49-F238E27FC236}">
                <a16:creationId xmlns:a16="http://schemas.microsoft.com/office/drawing/2014/main" id="{2FB3B08B-5CB9-C31A-1C04-7AB206C5F267}"/>
              </a:ext>
            </a:extLst>
          </p:cNvPr>
          <p:cNvGrpSpPr/>
          <p:nvPr/>
        </p:nvGrpSpPr>
        <p:grpSpPr>
          <a:xfrm>
            <a:off x="571438" y="2068950"/>
            <a:ext cx="502800" cy="502800"/>
            <a:chOff x="7014301" y="1985153"/>
            <a:chExt cx="502800" cy="502800"/>
          </a:xfrm>
        </p:grpSpPr>
        <p:sp>
          <p:nvSpPr>
            <p:cNvPr id="14" name="Google Shape;631;p32">
              <a:extLst>
                <a:ext uri="{FF2B5EF4-FFF2-40B4-BE49-F238E27FC236}">
                  <a16:creationId xmlns:a16="http://schemas.microsoft.com/office/drawing/2014/main" id="{5224C4E0-6462-A23B-BA99-E53B59FB5E46}"/>
                </a:ext>
              </a:extLst>
            </p:cNvPr>
            <p:cNvSpPr/>
            <p:nvPr/>
          </p:nvSpPr>
          <p:spPr>
            <a:xfrm>
              <a:off x="7014301" y="1985153"/>
              <a:ext cx="502800" cy="502800"/>
            </a:xfrm>
            <a:prstGeom prst="roundRect">
              <a:avLst>
                <a:gd name="adj" fmla="val 15109"/>
              </a:avLst>
            </a:prstGeom>
            <a:solidFill>
              <a:schemeClr val="accen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632;p32">
              <a:extLst>
                <a:ext uri="{FF2B5EF4-FFF2-40B4-BE49-F238E27FC236}">
                  <a16:creationId xmlns:a16="http://schemas.microsoft.com/office/drawing/2014/main" id="{C3238C27-A330-B777-6083-9962B3F7B063}"/>
                </a:ext>
              </a:extLst>
            </p:cNvPr>
            <p:cNvSpPr/>
            <p:nvPr/>
          </p:nvSpPr>
          <p:spPr>
            <a:xfrm>
              <a:off x="7095012" y="2074805"/>
              <a:ext cx="341378" cy="320032"/>
            </a:xfrm>
            <a:custGeom>
              <a:avLst/>
              <a:gdLst/>
              <a:ahLst/>
              <a:cxnLst/>
              <a:rect l="l" t="t" r="r" b="b"/>
              <a:pathLst>
                <a:path w="10634" h="9925" extrusionOk="0">
                  <a:moveTo>
                    <a:pt x="5308" y="0"/>
                  </a:moveTo>
                  <a:cubicBezTo>
                    <a:pt x="5171" y="0"/>
                    <a:pt x="5037" y="73"/>
                    <a:pt x="4976" y="220"/>
                  </a:cubicBezTo>
                  <a:lnTo>
                    <a:pt x="3659" y="2878"/>
                  </a:lnTo>
                  <a:cubicBezTo>
                    <a:pt x="3585" y="3000"/>
                    <a:pt x="3488" y="3073"/>
                    <a:pt x="3366" y="3073"/>
                  </a:cubicBezTo>
                  <a:lnTo>
                    <a:pt x="415" y="3512"/>
                  </a:lnTo>
                  <a:cubicBezTo>
                    <a:pt x="122" y="3561"/>
                    <a:pt x="0" y="3927"/>
                    <a:pt x="220" y="4147"/>
                  </a:cubicBezTo>
                  <a:lnTo>
                    <a:pt x="2341" y="6220"/>
                  </a:lnTo>
                  <a:cubicBezTo>
                    <a:pt x="2439" y="6317"/>
                    <a:pt x="2488" y="6439"/>
                    <a:pt x="2463" y="6561"/>
                  </a:cubicBezTo>
                  <a:lnTo>
                    <a:pt x="1951" y="9488"/>
                  </a:lnTo>
                  <a:cubicBezTo>
                    <a:pt x="1913" y="9736"/>
                    <a:pt x="2099" y="9924"/>
                    <a:pt x="2322" y="9924"/>
                  </a:cubicBezTo>
                  <a:cubicBezTo>
                    <a:pt x="2384" y="9924"/>
                    <a:pt x="2449" y="9910"/>
                    <a:pt x="2512" y="9878"/>
                  </a:cubicBezTo>
                  <a:lnTo>
                    <a:pt x="5122" y="8512"/>
                  </a:lnTo>
                  <a:cubicBezTo>
                    <a:pt x="5183" y="8476"/>
                    <a:pt x="5244" y="8457"/>
                    <a:pt x="5305" y="8457"/>
                  </a:cubicBezTo>
                  <a:cubicBezTo>
                    <a:pt x="5366" y="8457"/>
                    <a:pt x="5427" y="8476"/>
                    <a:pt x="5488" y="8512"/>
                  </a:cubicBezTo>
                  <a:lnTo>
                    <a:pt x="8122" y="9878"/>
                  </a:lnTo>
                  <a:cubicBezTo>
                    <a:pt x="8180" y="9910"/>
                    <a:pt x="8241" y="9924"/>
                    <a:pt x="8299" y="9924"/>
                  </a:cubicBezTo>
                  <a:cubicBezTo>
                    <a:pt x="8511" y="9924"/>
                    <a:pt x="8697" y="9736"/>
                    <a:pt x="8658" y="9488"/>
                  </a:cubicBezTo>
                  <a:lnTo>
                    <a:pt x="8146" y="6561"/>
                  </a:lnTo>
                  <a:cubicBezTo>
                    <a:pt x="8122" y="6439"/>
                    <a:pt x="8171" y="6317"/>
                    <a:pt x="8268" y="6220"/>
                  </a:cubicBezTo>
                  <a:lnTo>
                    <a:pt x="10390" y="4147"/>
                  </a:lnTo>
                  <a:cubicBezTo>
                    <a:pt x="10634" y="3927"/>
                    <a:pt x="10488" y="3561"/>
                    <a:pt x="10195" y="3512"/>
                  </a:cubicBezTo>
                  <a:lnTo>
                    <a:pt x="7244" y="3098"/>
                  </a:lnTo>
                  <a:cubicBezTo>
                    <a:pt x="7122" y="3073"/>
                    <a:pt x="7024" y="3000"/>
                    <a:pt x="6976" y="2878"/>
                  </a:cubicBezTo>
                  <a:lnTo>
                    <a:pt x="5658" y="220"/>
                  </a:lnTo>
                  <a:cubicBezTo>
                    <a:pt x="5585" y="73"/>
                    <a:pt x="5445" y="0"/>
                    <a:pt x="5308" y="0"/>
                  </a:cubicBezTo>
                  <a:close/>
                </a:path>
              </a:pathLst>
            </a:custGeom>
            <a:solidFill>
              <a:schemeClr val="accent3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16" name="Google Shape;629;p32">
            <a:extLst>
              <a:ext uri="{FF2B5EF4-FFF2-40B4-BE49-F238E27FC236}">
                <a16:creationId xmlns:a16="http://schemas.microsoft.com/office/drawing/2014/main" id="{5E8DDDFD-2980-C094-E2B4-C628FBFC183B}"/>
              </a:ext>
            </a:extLst>
          </p:cNvPr>
          <p:cNvSpPr txBox="1">
            <a:spLocks/>
          </p:cNvSpPr>
          <p:nvPr/>
        </p:nvSpPr>
        <p:spPr>
          <a:xfrm>
            <a:off x="2870221" y="1386063"/>
            <a:ext cx="3641415" cy="385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it-IT" sz="1600" i="1" dirty="0"/>
              <a:t>Laura e lo spazio perfetto</a:t>
            </a:r>
          </a:p>
        </p:txBody>
      </p:sp>
      <p:sp>
        <p:nvSpPr>
          <p:cNvPr id="17" name="Google Shape;627;p32">
            <a:extLst>
              <a:ext uri="{FF2B5EF4-FFF2-40B4-BE49-F238E27FC236}">
                <a16:creationId xmlns:a16="http://schemas.microsoft.com/office/drawing/2014/main" id="{9DC85014-4992-F5F5-B236-3EB0B559EF2A}"/>
              </a:ext>
            </a:extLst>
          </p:cNvPr>
          <p:cNvSpPr txBox="1">
            <a:spLocks/>
          </p:cNvSpPr>
          <p:nvPr/>
        </p:nvSpPr>
        <p:spPr>
          <a:xfrm>
            <a:off x="1055873" y="1935823"/>
            <a:ext cx="7435978" cy="24950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>
            <a:r>
              <a:rPr lang="it-IT" sz="1300" dirty="0"/>
              <a:t>Laura sta lavorando sul portale di Black Coffee, controllando alcuni consigli degli utenti</a:t>
            </a:r>
          </a:p>
          <a:p>
            <a:r>
              <a:rPr lang="it-IT" sz="1300" dirty="0"/>
              <a:t>pubblicati sulla bacheca. Quando, durante il lavoro, riceve una notifica di richiesta</a:t>
            </a:r>
          </a:p>
          <a:p>
            <a:r>
              <a:rPr lang="it-IT" sz="1300" dirty="0"/>
              <a:t>prenotazione. Andando sulla pagina dei messaggi nota la richiesta di Paolo riguardante</a:t>
            </a:r>
          </a:p>
          <a:p>
            <a:r>
              <a:rPr lang="it-IT" sz="1300" dirty="0"/>
              <a:t>l'organizzazione di un evento. Leggendo il messaggio vede che ha fatto richiesta per una</a:t>
            </a:r>
          </a:p>
          <a:p>
            <a:r>
              <a:rPr lang="it-IT" sz="1300" dirty="0"/>
              <a:t>stanza che possa contenere almeno una cinquantina di persone. Allora Laura inizia a guardare</a:t>
            </a:r>
          </a:p>
          <a:p>
            <a:r>
              <a:rPr lang="it-IT" sz="1300" dirty="0"/>
              <a:t>quali sale sono disponibili per la data indicata da Paolo e nota come la Stanza degli Hobbit sia</a:t>
            </a:r>
          </a:p>
          <a:p>
            <a:r>
              <a:rPr lang="it-IT" sz="1300" dirty="0"/>
              <a:t>disponibile per l'intera giornata.</a:t>
            </a:r>
          </a:p>
          <a:p>
            <a:r>
              <a:rPr lang="it-IT" sz="1300" dirty="0"/>
              <a:t>Allora procede con la prenotazione della sala, prenotandola lei per Paolo. Fortunatamente</a:t>
            </a:r>
          </a:p>
          <a:p>
            <a:r>
              <a:rPr lang="it-IT" sz="1300" dirty="0"/>
              <a:t>questa volta c'era una sala libera altrimenti avrebbe dovuto rifiutare nuovamente una sua</a:t>
            </a:r>
          </a:p>
          <a:p>
            <a:r>
              <a:rPr lang="it-IT" sz="1300" dirty="0"/>
              <a:t>richiesta!</a:t>
            </a:r>
          </a:p>
          <a:p>
            <a:r>
              <a:rPr lang="it-IT" sz="1300" dirty="0"/>
              <a:t>Così laura prosegue col suo lavoro rispondendo ai vari messaggi degli organizzatori fino a</a:t>
            </a:r>
          </a:p>
          <a:p>
            <a:r>
              <a:rPr lang="it-IT" sz="1300" dirty="0"/>
              <a:t>esaurirli.</a:t>
            </a:r>
          </a:p>
        </p:txBody>
      </p:sp>
    </p:spTree>
    <p:extLst>
      <p:ext uri="{BB962C8B-B14F-4D97-AF65-F5344CB8AC3E}">
        <p14:creationId xmlns:p14="http://schemas.microsoft.com/office/powerpoint/2010/main" val="17138972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4" name="Google Shape;684;p34"/>
          <p:cNvGrpSpPr/>
          <p:nvPr/>
        </p:nvGrpSpPr>
        <p:grpSpPr>
          <a:xfrm>
            <a:off x="8177451" y="4105603"/>
            <a:ext cx="502899" cy="502899"/>
            <a:chOff x="858700" y="1967475"/>
            <a:chExt cx="605100" cy="605100"/>
          </a:xfrm>
        </p:grpSpPr>
        <p:sp>
          <p:nvSpPr>
            <p:cNvPr id="685" name="Google Shape;685;p34"/>
            <p:cNvSpPr/>
            <p:nvPr/>
          </p:nvSpPr>
          <p:spPr>
            <a:xfrm>
              <a:off x="858700" y="1967475"/>
              <a:ext cx="605100" cy="605100"/>
            </a:xfrm>
            <a:prstGeom prst="roundRect">
              <a:avLst>
                <a:gd name="adj" fmla="val 15109"/>
              </a:avLst>
            </a:prstGeom>
            <a:solidFill>
              <a:schemeClr val="accent3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34"/>
            <p:cNvSpPr/>
            <p:nvPr/>
          </p:nvSpPr>
          <p:spPr>
            <a:xfrm>
              <a:off x="932654" y="2075711"/>
              <a:ext cx="457191" cy="388627"/>
            </a:xfrm>
            <a:custGeom>
              <a:avLst/>
              <a:gdLst/>
              <a:ahLst/>
              <a:cxnLst/>
              <a:rect l="l" t="t" r="r" b="b"/>
              <a:pathLst>
                <a:path w="10659" h="9051" extrusionOk="0">
                  <a:moveTo>
                    <a:pt x="2797" y="1"/>
                  </a:moveTo>
                  <a:cubicBezTo>
                    <a:pt x="2767" y="1"/>
                    <a:pt x="2738" y="1"/>
                    <a:pt x="2708" y="2"/>
                  </a:cubicBezTo>
                  <a:cubicBezTo>
                    <a:pt x="1293" y="27"/>
                    <a:pt x="196" y="1173"/>
                    <a:pt x="196" y="2588"/>
                  </a:cubicBezTo>
                  <a:cubicBezTo>
                    <a:pt x="196" y="2588"/>
                    <a:pt x="1" y="6368"/>
                    <a:pt x="5318" y="9051"/>
                  </a:cubicBezTo>
                  <a:lnTo>
                    <a:pt x="5342" y="9051"/>
                  </a:lnTo>
                  <a:cubicBezTo>
                    <a:pt x="10659" y="6368"/>
                    <a:pt x="10488" y="2588"/>
                    <a:pt x="10488" y="2588"/>
                  </a:cubicBezTo>
                  <a:cubicBezTo>
                    <a:pt x="10488" y="1173"/>
                    <a:pt x="9366" y="27"/>
                    <a:pt x="7976" y="2"/>
                  </a:cubicBezTo>
                  <a:cubicBezTo>
                    <a:pt x="7946" y="1"/>
                    <a:pt x="7916" y="1"/>
                    <a:pt x="7885" y="1"/>
                  </a:cubicBezTo>
                  <a:cubicBezTo>
                    <a:pt x="6512" y="1"/>
                    <a:pt x="5390" y="1081"/>
                    <a:pt x="5342" y="2441"/>
                  </a:cubicBezTo>
                  <a:cubicBezTo>
                    <a:pt x="5270" y="1081"/>
                    <a:pt x="4148" y="1"/>
                    <a:pt x="2797" y="1"/>
                  </a:cubicBezTo>
                  <a:close/>
                </a:path>
              </a:pathLst>
            </a:custGeom>
            <a:solidFill>
              <a:schemeClr val="accen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87" name="Google Shape;687;p34"/>
          <p:cNvGrpSpPr/>
          <p:nvPr/>
        </p:nvGrpSpPr>
        <p:grpSpPr>
          <a:xfrm>
            <a:off x="8177500" y="3419800"/>
            <a:ext cx="502800" cy="502800"/>
            <a:chOff x="1627550" y="2017350"/>
            <a:chExt cx="502800" cy="502800"/>
          </a:xfrm>
        </p:grpSpPr>
        <p:sp>
          <p:nvSpPr>
            <p:cNvPr id="688" name="Google Shape;688;p34"/>
            <p:cNvSpPr/>
            <p:nvPr/>
          </p:nvSpPr>
          <p:spPr>
            <a:xfrm>
              <a:off x="1627550" y="2017350"/>
              <a:ext cx="502800" cy="502800"/>
            </a:xfrm>
            <a:prstGeom prst="roundRect">
              <a:avLst>
                <a:gd name="adj" fmla="val 15109"/>
              </a:avLst>
            </a:prstGeom>
            <a:solidFill>
              <a:schemeClr val="accen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34"/>
            <p:cNvSpPr/>
            <p:nvPr/>
          </p:nvSpPr>
          <p:spPr>
            <a:xfrm>
              <a:off x="1718900" y="2108700"/>
              <a:ext cx="320100" cy="320100"/>
            </a:xfrm>
            <a:prstGeom prst="donut">
              <a:avLst>
                <a:gd name="adj" fmla="val 25000"/>
              </a:avLst>
            </a:prstGeom>
            <a:solidFill>
              <a:schemeClr val="l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90" name="Google Shape;690;p34"/>
          <p:cNvGrpSpPr/>
          <p:nvPr/>
        </p:nvGrpSpPr>
        <p:grpSpPr>
          <a:xfrm>
            <a:off x="8177501" y="2644294"/>
            <a:ext cx="629846" cy="592514"/>
            <a:chOff x="463701" y="2217961"/>
            <a:chExt cx="629846" cy="592514"/>
          </a:xfrm>
        </p:grpSpPr>
        <p:sp>
          <p:nvSpPr>
            <p:cNvPr id="691" name="Google Shape;691;p34"/>
            <p:cNvSpPr/>
            <p:nvPr/>
          </p:nvSpPr>
          <p:spPr>
            <a:xfrm>
              <a:off x="463701" y="2307675"/>
              <a:ext cx="502800" cy="502800"/>
            </a:xfrm>
            <a:prstGeom prst="roundRect">
              <a:avLst>
                <a:gd name="adj" fmla="val 15109"/>
              </a:avLst>
            </a:prstGeom>
            <a:solidFill>
              <a:schemeClr val="l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692;p34"/>
            <p:cNvSpPr/>
            <p:nvPr/>
          </p:nvSpPr>
          <p:spPr>
            <a:xfrm>
              <a:off x="545925" y="2446300"/>
              <a:ext cx="338328" cy="225549"/>
            </a:xfrm>
            <a:custGeom>
              <a:avLst/>
              <a:gdLst/>
              <a:ahLst/>
              <a:cxnLst/>
              <a:rect l="l" t="t" r="r" b="b"/>
              <a:pathLst>
                <a:path w="8708" h="5806" extrusionOk="0">
                  <a:moveTo>
                    <a:pt x="757" y="1"/>
                  </a:moveTo>
                  <a:cubicBezTo>
                    <a:pt x="342" y="1"/>
                    <a:pt x="1" y="342"/>
                    <a:pt x="1" y="757"/>
                  </a:cubicBezTo>
                  <a:lnTo>
                    <a:pt x="1" y="5049"/>
                  </a:lnTo>
                  <a:cubicBezTo>
                    <a:pt x="1" y="5464"/>
                    <a:pt x="342" y="5806"/>
                    <a:pt x="757" y="5806"/>
                  </a:cubicBezTo>
                  <a:lnTo>
                    <a:pt x="7952" y="5806"/>
                  </a:lnTo>
                  <a:cubicBezTo>
                    <a:pt x="8366" y="5806"/>
                    <a:pt x="8708" y="5464"/>
                    <a:pt x="8708" y="5049"/>
                  </a:cubicBezTo>
                  <a:lnTo>
                    <a:pt x="8708" y="757"/>
                  </a:lnTo>
                  <a:cubicBezTo>
                    <a:pt x="8708" y="342"/>
                    <a:pt x="8366" y="1"/>
                    <a:pt x="7952" y="1"/>
                  </a:cubicBezTo>
                  <a:close/>
                </a:path>
              </a:pathLst>
            </a:custGeom>
            <a:solidFill>
              <a:schemeClr val="accen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34"/>
            <p:cNvSpPr/>
            <p:nvPr/>
          </p:nvSpPr>
          <p:spPr>
            <a:xfrm>
              <a:off x="555887" y="2446307"/>
              <a:ext cx="318435" cy="106170"/>
            </a:xfrm>
            <a:custGeom>
              <a:avLst/>
              <a:gdLst/>
              <a:ahLst/>
              <a:cxnLst/>
              <a:rect l="l" t="t" r="r" b="b"/>
              <a:pathLst>
                <a:path w="8196" h="2733" extrusionOk="0">
                  <a:moveTo>
                    <a:pt x="1" y="1"/>
                  </a:moveTo>
                  <a:lnTo>
                    <a:pt x="3659" y="2586"/>
                  </a:lnTo>
                  <a:cubicBezTo>
                    <a:pt x="3794" y="2684"/>
                    <a:pt x="3946" y="2733"/>
                    <a:pt x="4098" y="2733"/>
                  </a:cubicBezTo>
                  <a:cubicBezTo>
                    <a:pt x="4251" y="2733"/>
                    <a:pt x="4403" y="2684"/>
                    <a:pt x="4537" y="2586"/>
                  </a:cubicBezTo>
                  <a:lnTo>
                    <a:pt x="8196" y="1"/>
                  </a:lnTo>
                  <a:close/>
                </a:path>
              </a:pathLst>
            </a:custGeom>
            <a:solidFill>
              <a:schemeClr val="accen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94" name="Google Shape;694;p34"/>
            <p:cNvGrpSpPr/>
            <p:nvPr/>
          </p:nvGrpSpPr>
          <p:grpSpPr>
            <a:xfrm>
              <a:off x="773496" y="2217961"/>
              <a:ext cx="320051" cy="298703"/>
              <a:chOff x="1023863" y="2896525"/>
              <a:chExt cx="240875" cy="219425"/>
            </a:xfrm>
          </p:grpSpPr>
          <p:sp>
            <p:nvSpPr>
              <p:cNvPr id="695" name="Google Shape;695;p34"/>
              <p:cNvSpPr/>
              <p:nvPr/>
            </p:nvSpPr>
            <p:spPr>
              <a:xfrm>
                <a:off x="1023863" y="2896525"/>
                <a:ext cx="240875" cy="219425"/>
              </a:xfrm>
              <a:custGeom>
                <a:avLst/>
                <a:gdLst/>
                <a:ahLst/>
                <a:cxnLst/>
                <a:rect l="l" t="t" r="r" b="b"/>
                <a:pathLst>
                  <a:path w="9635" h="8777" extrusionOk="0">
                    <a:moveTo>
                      <a:pt x="4811" y="1"/>
                    </a:moveTo>
                    <a:cubicBezTo>
                      <a:pt x="2818" y="1"/>
                      <a:pt x="1017" y="1364"/>
                      <a:pt x="537" y="3389"/>
                    </a:cubicBezTo>
                    <a:cubicBezTo>
                      <a:pt x="0" y="5754"/>
                      <a:pt x="1464" y="8096"/>
                      <a:pt x="3805" y="8657"/>
                    </a:cubicBezTo>
                    <a:cubicBezTo>
                      <a:pt x="4147" y="8738"/>
                      <a:pt x="4488" y="8776"/>
                      <a:pt x="4824" y="8776"/>
                    </a:cubicBezTo>
                    <a:cubicBezTo>
                      <a:pt x="6816" y="8776"/>
                      <a:pt x="8614" y="7413"/>
                      <a:pt x="9073" y="5388"/>
                    </a:cubicBezTo>
                    <a:cubicBezTo>
                      <a:pt x="9634" y="3047"/>
                      <a:pt x="8171" y="681"/>
                      <a:pt x="5830" y="120"/>
                    </a:cubicBezTo>
                    <a:cubicBezTo>
                      <a:pt x="5488" y="39"/>
                      <a:pt x="5147" y="1"/>
                      <a:pt x="481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6" name="Google Shape;696;p34"/>
              <p:cNvSpPr/>
              <p:nvPr/>
            </p:nvSpPr>
            <p:spPr>
              <a:xfrm>
                <a:off x="1111105" y="2959275"/>
                <a:ext cx="54900" cy="93925"/>
              </a:xfrm>
              <a:custGeom>
                <a:avLst/>
                <a:gdLst/>
                <a:ahLst/>
                <a:cxnLst/>
                <a:rect l="l" t="t" r="r" b="b"/>
                <a:pathLst>
                  <a:path w="2196" h="3757" extrusionOk="0">
                    <a:moveTo>
                      <a:pt x="1268" y="0"/>
                    </a:moveTo>
                    <a:lnTo>
                      <a:pt x="0" y="1049"/>
                    </a:lnTo>
                    <a:lnTo>
                      <a:pt x="512" y="1708"/>
                    </a:lnTo>
                    <a:lnTo>
                      <a:pt x="951" y="1342"/>
                    </a:lnTo>
                    <a:cubicBezTo>
                      <a:pt x="1024" y="1269"/>
                      <a:pt x="1098" y="1195"/>
                      <a:pt x="1171" y="1098"/>
                    </a:cubicBezTo>
                    <a:lnTo>
                      <a:pt x="1171" y="1756"/>
                    </a:lnTo>
                    <a:lnTo>
                      <a:pt x="1171" y="3756"/>
                    </a:lnTo>
                    <a:lnTo>
                      <a:pt x="2195" y="3756"/>
                    </a:lnTo>
                    <a:lnTo>
                      <a:pt x="219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708" name="Google Shape;708;p34"/>
          <p:cNvGrpSpPr/>
          <p:nvPr/>
        </p:nvGrpSpPr>
        <p:grpSpPr>
          <a:xfrm>
            <a:off x="8118400" y="475791"/>
            <a:ext cx="621000" cy="621000"/>
            <a:chOff x="416300" y="4058211"/>
            <a:chExt cx="621000" cy="621000"/>
          </a:xfrm>
        </p:grpSpPr>
        <p:sp>
          <p:nvSpPr>
            <p:cNvPr id="709" name="Google Shape;709;p34"/>
            <p:cNvSpPr/>
            <p:nvPr/>
          </p:nvSpPr>
          <p:spPr>
            <a:xfrm>
              <a:off x="475400" y="4117311"/>
              <a:ext cx="502800" cy="502800"/>
            </a:xfrm>
            <a:prstGeom prst="roundRect">
              <a:avLst>
                <a:gd name="adj" fmla="val 15109"/>
              </a:avLst>
            </a:prstGeom>
            <a:solidFill>
              <a:schemeClr val="accen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Google Shape;710;p34"/>
            <p:cNvSpPr/>
            <p:nvPr/>
          </p:nvSpPr>
          <p:spPr>
            <a:xfrm rot="2700000">
              <a:off x="507243" y="4149154"/>
              <a:ext cx="439113" cy="439113"/>
            </a:xfrm>
            <a:prstGeom prst="plus">
              <a:avLst>
                <a:gd name="adj" fmla="val 42536"/>
              </a:avLst>
            </a:prstGeom>
            <a:solidFill>
              <a:schemeClr val="l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11" name="Google Shape;711;p34"/>
          <p:cNvSpPr txBox="1">
            <a:spLocks noGrp="1"/>
          </p:cNvSpPr>
          <p:nvPr>
            <p:ph type="title"/>
          </p:nvPr>
        </p:nvSpPr>
        <p:spPr>
          <a:xfrm>
            <a:off x="2020536" y="191991"/>
            <a:ext cx="2004458" cy="53463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/>
              <a:t>Tactical DDD</a:t>
            </a:r>
            <a:endParaRPr sz="2400" dirty="0"/>
          </a:p>
        </p:txBody>
      </p:sp>
      <p:pic>
        <p:nvPicPr>
          <p:cNvPr id="3" name="Immagine 2" descr="Immagine che contiene testo, Biglietto Post-it, schermata, Carattere&#10;&#10;Il contenuto generato dall'IA potrebbe non essere corretto.">
            <a:extLst>
              <a:ext uri="{FF2B5EF4-FFF2-40B4-BE49-F238E27FC236}">
                <a16:creationId xmlns:a16="http://schemas.microsoft.com/office/drawing/2014/main" id="{086BB9AD-AC99-C745-A693-DEB5567D9FA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563" t="5482" r="5961" b="3735"/>
          <a:stretch>
            <a:fillRect/>
          </a:stretch>
        </p:blipFill>
        <p:spPr>
          <a:xfrm>
            <a:off x="345008" y="741222"/>
            <a:ext cx="5691333" cy="376150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p33"/>
          <p:cNvSpPr txBox="1">
            <a:spLocks noGrp="1"/>
          </p:cNvSpPr>
          <p:nvPr>
            <p:ph type="title"/>
          </p:nvPr>
        </p:nvSpPr>
        <p:spPr>
          <a:xfrm>
            <a:off x="2800347" y="719574"/>
            <a:ext cx="3404507" cy="40376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/>
              <a:t>Architettura</a:t>
            </a:r>
            <a:endParaRPr sz="2400" dirty="0"/>
          </a:p>
        </p:txBody>
      </p:sp>
      <p:grpSp>
        <p:nvGrpSpPr>
          <p:cNvPr id="648" name="Google Shape;648;p33"/>
          <p:cNvGrpSpPr/>
          <p:nvPr/>
        </p:nvGrpSpPr>
        <p:grpSpPr>
          <a:xfrm>
            <a:off x="463700" y="3419112"/>
            <a:ext cx="502800" cy="502800"/>
            <a:chOff x="7014301" y="2017350"/>
            <a:chExt cx="502800" cy="502800"/>
          </a:xfrm>
        </p:grpSpPr>
        <p:sp>
          <p:nvSpPr>
            <p:cNvPr id="649" name="Google Shape;649;p33"/>
            <p:cNvSpPr/>
            <p:nvPr/>
          </p:nvSpPr>
          <p:spPr>
            <a:xfrm>
              <a:off x="7014301" y="2017350"/>
              <a:ext cx="502800" cy="502800"/>
            </a:xfrm>
            <a:prstGeom prst="roundRect">
              <a:avLst>
                <a:gd name="adj" fmla="val 15109"/>
              </a:avLst>
            </a:prstGeom>
            <a:solidFill>
              <a:schemeClr val="accen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650;p33"/>
            <p:cNvSpPr/>
            <p:nvPr/>
          </p:nvSpPr>
          <p:spPr>
            <a:xfrm>
              <a:off x="7095012" y="2108734"/>
              <a:ext cx="341378" cy="320032"/>
            </a:xfrm>
            <a:custGeom>
              <a:avLst/>
              <a:gdLst/>
              <a:ahLst/>
              <a:cxnLst/>
              <a:rect l="l" t="t" r="r" b="b"/>
              <a:pathLst>
                <a:path w="10634" h="9925" extrusionOk="0">
                  <a:moveTo>
                    <a:pt x="5308" y="0"/>
                  </a:moveTo>
                  <a:cubicBezTo>
                    <a:pt x="5171" y="0"/>
                    <a:pt x="5037" y="73"/>
                    <a:pt x="4976" y="220"/>
                  </a:cubicBezTo>
                  <a:lnTo>
                    <a:pt x="3659" y="2878"/>
                  </a:lnTo>
                  <a:cubicBezTo>
                    <a:pt x="3585" y="3000"/>
                    <a:pt x="3488" y="3073"/>
                    <a:pt x="3366" y="3073"/>
                  </a:cubicBezTo>
                  <a:lnTo>
                    <a:pt x="415" y="3512"/>
                  </a:lnTo>
                  <a:cubicBezTo>
                    <a:pt x="122" y="3561"/>
                    <a:pt x="0" y="3927"/>
                    <a:pt x="220" y="4147"/>
                  </a:cubicBezTo>
                  <a:lnTo>
                    <a:pt x="2341" y="6220"/>
                  </a:lnTo>
                  <a:cubicBezTo>
                    <a:pt x="2439" y="6317"/>
                    <a:pt x="2488" y="6439"/>
                    <a:pt x="2463" y="6561"/>
                  </a:cubicBezTo>
                  <a:lnTo>
                    <a:pt x="1951" y="9488"/>
                  </a:lnTo>
                  <a:cubicBezTo>
                    <a:pt x="1913" y="9736"/>
                    <a:pt x="2099" y="9924"/>
                    <a:pt x="2322" y="9924"/>
                  </a:cubicBezTo>
                  <a:cubicBezTo>
                    <a:pt x="2384" y="9924"/>
                    <a:pt x="2449" y="9910"/>
                    <a:pt x="2512" y="9878"/>
                  </a:cubicBezTo>
                  <a:lnTo>
                    <a:pt x="5122" y="8512"/>
                  </a:lnTo>
                  <a:cubicBezTo>
                    <a:pt x="5183" y="8476"/>
                    <a:pt x="5244" y="8457"/>
                    <a:pt x="5305" y="8457"/>
                  </a:cubicBezTo>
                  <a:cubicBezTo>
                    <a:pt x="5366" y="8457"/>
                    <a:pt x="5427" y="8476"/>
                    <a:pt x="5488" y="8512"/>
                  </a:cubicBezTo>
                  <a:lnTo>
                    <a:pt x="8122" y="9878"/>
                  </a:lnTo>
                  <a:cubicBezTo>
                    <a:pt x="8180" y="9910"/>
                    <a:pt x="8241" y="9924"/>
                    <a:pt x="8299" y="9924"/>
                  </a:cubicBezTo>
                  <a:cubicBezTo>
                    <a:pt x="8511" y="9924"/>
                    <a:pt x="8697" y="9736"/>
                    <a:pt x="8658" y="9488"/>
                  </a:cubicBezTo>
                  <a:lnTo>
                    <a:pt x="8146" y="6561"/>
                  </a:lnTo>
                  <a:cubicBezTo>
                    <a:pt x="8122" y="6439"/>
                    <a:pt x="8171" y="6317"/>
                    <a:pt x="8268" y="6220"/>
                  </a:cubicBezTo>
                  <a:lnTo>
                    <a:pt x="10390" y="4147"/>
                  </a:lnTo>
                  <a:cubicBezTo>
                    <a:pt x="10634" y="3927"/>
                    <a:pt x="10488" y="3561"/>
                    <a:pt x="10195" y="3512"/>
                  </a:cubicBezTo>
                  <a:lnTo>
                    <a:pt x="7244" y="3098"/>
                  </a:lnTo>
                  <a:cubicBezTo>
                    <a:pt x="7122" y="3073"/>
                    <a:pt x="7024" y="3000"/>
                    <a:pt x="6976" y="2878"/>
                  </a:cubicBezTo>
                  <a:lnTo>
                    <a:pt x="5658" y="220"/>
                  </a:lnTo>
                  <a:cubicBezTo>
                    <a:pt x="5585" y="73"/>
                    <a:pt x="5445" y="0"/>
                    <a:pt x="5308" y="0"/>
                  </a:cubicBezTo>
                  <a:close/>
                </a:path>
              </a:pathLst>
            </a:custGeom>
            <a:solidFill>
              <a:schemeClr val="accent3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63" name="Google Shape;663;p33"/>
          <p:cNvGrpSpPr/>
          <p:nvPr/>
        </p:nvGrpSpPr>
        <p:grpSpPr>
          <a:xfrm>
            <a:off x="463651" y="4104919"/>
            <a:ext cx="502899" cy="502899"/>
            <a:chOff x="858700" y="1967475"/>
            <a:chExt cx="605100" cy="605100"/>
          </a:xfrm>
        </p:grpSpPr>
        <p:sp>
          <p:nvSpPr>
            <p:cNvPr id="664" name="Google Shape;664;p33"/>
            <p:cNvSpPr/>
            <p:nvPr/>
          </p:nvSpPr>
          <p:spPr>
            <a:xfrm>
              <a:off x="858700" y="1967475"/>
              <a:ext cx="605100" cy="605100"/>
            </a:xfrm>
            <a:prstGeom prst="roundRect">
              <a:avLst>
                <a:gd name="adj" fmla="val 15109"/>
              </a:avLst>
            </a:prstGeom>
            <a:solidFill>
              <a:schemeClr val="accent3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Google Shape;665;p33"/>
            <p:cNvSpPr/>
            <p:nvPr/>
          </p:nvSpPr>
          <p:spPr>
            <a:xfrm>
              <a:off x="932654" y="2075711"/>
              <a:ext cx="457191" cy="388627"/>
            </a:xfrm>
            <a:custGeom>
              <a:avLst/>
              <a:gdLst/>
              <a:ahLst/>
              <a:cxnLst/>
              <a:rect l="l" t="t" r="r" b="b"/>
              <a:pathLst>
                <a:path w="10659" h="9051" extrusionOk="0">
                  <a:moveTo>
                    <a:pt x="2797" y="1"/>
                  </a:moveTo>
                  <a:cubicBezTo>
                    <a:pt x="2767" y="1"/>
                    <a:pt x="2738" y="1"/>
                    <a:pt x="2708" y="2"/>
                  </a:cubicBezTo>
                  <a:cubicBezTo>
                    <a:pt x="1293" y="27"/>
                    <a:pt x="196" y="1173"/>
                    <a:pt x="196" y="2588"/>
                  </a:cubicBezTo>
                  <a:cubicBezTo>
                    <a:pt x="196" y="2588"/>
                    <a:pt x="1" y="6368"/>
                    <a:pt x="5318" y="9051"/>
                  </a:cubicBezTo>
                  <a:lnTo>
                    <a:pt x="5342" y="9051"/>
                  </a:lnTo>
                  <a:cubicBezTo>
                    <a:pt x="10659" y="6368"/>
                    <a:pt x="10488" y="2588"/>
                    <a:pt x="10488" y="2588"/>
                  </a:cubicBezTo>
                  <a:cubicBezTo>
                    <a:pt x="10488" y="1173"/>
                    <a:pt x="9366" y="27"/>
                    <a:pt x="7976" y="2"/>
                  </a:cubicBezTo>
                  <a:cubicBezTo>
                    <a:pt x="7946" y="1"/>
                    <a:pt x="7916" y="1"/>
                    <a:pt x="7885" y="1"/>
                  </a:cubicBezTo>
                  <a:cubicBezTo>
                    <a:pt x="6512" y="1"/>
                    <a:pt x="5390" y="1081"/>
                    <a:pt x="5342" y="2441"/>
                  </a:cubicBezTo>
                  <a:cubicBezTo>
                    <a:pt x="5270" y="1081"/>
                    <a:pt x="4148" y="1"/>
                    <a:pt x="2797" y="1"/>
                  </a:cubicBezTo>
                  <a:close/>
                </a:path>
              </a:pathLst>
            </a:custGeom>
            <a:solidFill>
              <a:schemeClr val="accen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66" name="Google Shape;666;p33"/>
          <p:cNvGrpSpPr/>
          <p:nvPr/>
        </p:nvGrpSpPr>
        <p:grpSpPr>
          <a:xfrm>
            <a:off x="404600" y="2673613"/>
            <a:ext cx="621000" cy="621000"/>
            <a:chOff x="416300" y="4058211"/>
            <a:chExt cx="621000" cy="621000"/>
          </a:xfrm>
        </p:grpSpPr>
        <p:sp>
          <p:nvSpPr>
            <p:cNvPr id="667" name="Google Shape;667;p33"/>
            <p:cNvSpPr/>
            <p:nvPr/>
          </p:nvSpPr>
          <p:spPr>
            <a:xfrm>
              <a:off x="475400" y="4117311"/>
              <a:ext cx="502800" cy="502800"/>
            </a:xfrm>
            <a:prstGeom prst="roundRect">
              <a:avLst>
                <a:gd name="adj" fmla="val 15109"/>
              </a:avLst>
            </a:prstGeom>
            <a:solidFill>
              <a:schemeClr val="accen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668;p33"/>
            <p:cNvSpPr/>
            <p:nvPr/>
          </p:nvSpPr>
          <p:spPr>
            <a:xfrm rot="2700000">
              <a:off x="507243" y="4149154"/>
              <a:ext cx="439113" cy="439113"/>
            </a:xfrm>
            <a:prstGeom prst="plus">
              <a:avLst>
                <a:gd name="adj" fmla="val 42536"/>
              </a:avLst>
            </a:prstGeom>
            <a:solidFill>
              <a:schemeClr val="l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6" name="Immagine 5" descr="Immagine che contiene testo, diagramma, linea, Piano&#10;&#10;Il contenuto generato dall'IA potrebbe non essere corretto.">
            <a:extLst>
              <a:ext uri="{FF2B5EF4-FFF2-40B4-BE49-F238E27FC236}">
                <a16:creationId xmlns:a16="http://schemas.microsoft.com/office/drawing/2014/main" id="{9E0EFC3D-4153-13EF-0F47-A0360604FE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5987" y="1204705"/>
            <a:ext cx="4853226" cy="305601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p36"/>
          <p:cNvSpPr txBox="1">
            <a:spLocks noGrp="1"/>
          </p:cNvSpPr>
          <p:nvPr>
            <p:ph type="subTitle" idx="1"/>
          </p:nvPr>
        </p:nvSpPr>
        <p:spPr>
          <a:xfrm>
            <a:off x="2285980" y="2119271"/>
            <a:ext cx="4572000" cy="9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/>
              <a:t>Domande?</a:t>
            </a:r>
            <a:endParaRPr sz="1600" b="1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 dirty="0"/>
              <a:t>a</a:t>
            </a:r>
            <a:r>
              <a:rPr lang="en" sz="1600" dirty="0"/>
              <a:t>ndrea.argentero347@edu.unito.it</a:t>
            </a:r>
            <a:endParaRPr sz="1600" dirty="0"/>
          </a:p>
          <a:p>
            <a:pPr marL="0" indent="0"/>
            <a:r>
              <a:rPr lang="it-IT" sz="1600" dirty="0"/>
              <a:t>giulia.bono116@edu.unito.it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dirty="0"/>
          </a:p>
        </p:txBody>
      </p:sp>
      <p:sp>
        <p:nvSpPr>
          <p:cNvPr id="737" name="Google Shape;737;p36"/>
          <p:cNvSpPr txBox="1">
            <a:spLocks noGrp="1"/>
          </p:cNvSpPr>
          <p:nvPr>
            <p:ph type="ctrTitle"/>
          </p:nvPr>
        </p:nvSpPr>
        <p:spPr>
          <a:xfrm>
            <a:off x="2285980" y="984428"/>
            <a:ext cx="4572000" cy="9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Grazie</a:t>
            </a:r>
            <a:endParaRPr/>
          </a:p>
        </p:txBody>
      </p:sp>
      <p:sp>
        <p:nvSpPr>
          <p:cNvPr id="738" name="Google Shape;738;p36"/>
          <p:cNvSpPr txBox="1"/>
          <p:nvPr/>
        </p:nvSpPr>
        <p:spPr>
          <a:xfrm>
            <a:off x="2285991" y="4084112"/>
            <a:ext cx="45720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Please keep this slide for attribution</a:t>
            </a:r>
            <a:endParaRPr sz="1000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grpSp>
        <p:nvGrpSpPr>
          <p:cNvPr id="739" name="Google Shape;739;p36"/>
          <p:cNvGrpSpPr/>
          <p:nvPr/>
        </p:nvGrpSpPr>
        <p:grpSpPr>
          <a:xfrm>
            <a:off x="274188" y="1428844"/>
            <a:ext cx="1827475" cy="1051350"/>
            <a:chOff x="6161988" y="3104373"/>
            <a:chExt cx="1827475" cy="1051350"/>
          </a:xfrm>
        </p:grpSpPr>
        <p:grpSp>
          <p:nvGrpSpPr>
            <p:cNvPr id="740" name="Google Shape;740;p36"/>
            <p:cNvGrpSpPr/>
            <p:nvPr/>
          </p:nvGrpSpPr>
          <p:grpSpPr>
            <a:xfrm>
              <a:off x="6161988" y="3104373"/>
              <a:ext cx="1827475" cy="1051350"/>
              <a:chOff x="274188" y="1278048"/>
              <a:chExt cx="1827475" cy="1051350"/>
            </a:xfrm>
          </p:grpSpPr>
          <p:sp>
            <p:nvSpPr>
              <p:cNvPr id="741" name="Google Shape;741;p36"/>
              <p:cNvSpPr/>
              <p:nvPr/>
            </p:nvSpPr>
            <p:spPr>
              <a:xfrm>
                <a:off x="364363" y="1369398"/>
                <a:ext cx="1737300" cy="960000"/>
              </a:xfrm>
              <a:prstGeom prst="roundRect">
                <a:avLst>
                  <a:gd name="adj" fmla="val 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742" name="Google Shape;742;p36"/>
              <p:cNvGrpSpPr/>
              <p:nvPr/>
            </p:nvGrpSpPr>
            <p:grpSpPr>
              <a:xfrm>
                <a:off x="274188" y="1278048"/>
                <a:ext cx="1737300" cy="960000"/>
                <a:chOff x="7146475" y="2190661"/>
                <a:chExt cx="1737300" cy="960000"/>
              </a:xfrm>
            </p:grpSpPr>
            <p:sp>
              <p:nvSpPr>
                <p:cNvPr id="743" name="Google Shape;743;p36"/>
                <p:cNvSpPr/>
                <p:nvPr/>
              </p:nvSpPr>
              <p:spPr>
                <a:xfrm>
                  <a:off x="7146475" y="2190661"/>
                  <a:ext cx="1737300" cy="960000"/>
                </a:xfrm>
                <a:prstGeom prst="roundRect">
                  <a:avLst>
                    <a:gd name="adj" fmla="val 0"/>
                  </a:avLst>
                </a:prstGeom>
                <a:solidFill>
                  <a:schemeClr val="lt1"/>
                </a:solidFill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744" name="Google Shape;744;p36"/>
                <p:cNvCxnSpPr/>
                <p:nvPr/>
              </p:nvCxnSpPr>
              <p:spPr>
                <a:xfrm>
                  <a:off x="7151600" y="2373361"/>
                  <a:ext cx="1724700" cy="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745" name="Google Shape;745;p36"/>
            <p:cNvGrpSpPr/>
            <p:nvPr/>
          </p:nvGrpSpPr>
          <p:grpSpPr>
            <a:xfrm>
              <a:off x="6349239" y="3420925"/>
              <a:ext cx="1356472" cy="509050"/>
              <a:chOff x="6343699" y="3416675"/>
              <a:chExt cx="1356472" cy="509050"/>
            </a:xfrm>
          </p:grpSpPr>
          <p:sp>
            <p:nvSpPr>
              <p:cNvPr id="746" name="Google Shape;746;p36"/>
              <p:cNvSpPr/>
              <p:nvPr/>
            </p:nvSpPr>
            <p:spPr>
              <a:xfrm>
                <a:off x="6343699" y="3524445"/>
                <a:ext cx="776865" cy="54206"/>
              </a:xfrm>
              <a:custGeom>
                <a:avLst/>
                <a:gdLst/>
                <a:ahLst/>
                <a:cxnLst/>
                <a:rect l="l" t="t" r="r" b="b"/>
                <a:pathLst>
                  <a:path w="19319" h="1348" extrusionOk="0">
                    <a:moveTo>
                      <a:pt x="18435" y="1"/>
                    </a:moveTo>
                    <a:cubicBezTo>
                      <a:pt x="18412" y="1"/>
                      <a:pt x="18389" y="2"/>
                      <a:pt x="18366" y="3"/>
                    </a:cubicBezTo>
                    <a:lnTo>
                      <a:pt x="854" y="3"/>
                    </a:lnTo>
                    <a:cubicBezTo>
                      <a:pt x="0" y="52"/>
                      <a:pt x="0" y="1296"/>
                      <a:pt x="854" y="1345"/>
                    </a:cubicBezTo>
                    <a:lnTo>
                      <a:pt x="18366" y="1345"/>
                    </a:lnTo>
                    <a:cubicBezTo>
                      <a:pt x="18389" y="1347"/>
                      <a:pt x="18412" y="1347"/>
                      <a:pt x="18435" y="1347"/>
                    </a:cubicBezTo>
                    <a:cubicBezTo>
                      <a:pt x="19319" y="1347"/>
                      <a:pt x="19319" y="1"/>
                      <a:pt x="184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7" name="Google Shape;747;p36"/>
              <p:cNvSpPr/>
              <p:nvPr/>
            </p:nvSpPr>
            <p:spPr>
              <a:xfrm>
                <a:off x="6343699" y="3651035"/>
                <a:ext cx="777147" cy="55131"/>
              </a:xfrm>
              <a:custGeom>
                <a:avLst/>
                <a:gdLst/>
                <a:ahLst/>
                <a:cxnLst/>
                <a:rect l="l" t="t" r="r" b="b"/>
                <a:pathLst>
                  <a:path w="19326" h="1371" extrusionOk="0">
                    <a:moveTo>
                      <a:pt x="18412" y="1"/>
                    </a:moveTo>
                    <a:cubicBezTo>
                      <a:pt x="18397" y="1"/>
                      <a:pt x="18382" y="1"/>
                      <a:pt x="18366" y="2"/>
                    </a:cubicBezTo>
                    <a:lnTo>
                      <a:pt x="854" y="2"/>
                    </a:lnTo>
                    <a:cubicBezTo>
                      <a:pt x="0" y="75"/>
                      <a:pt x="0" y="1319"/>
                      <a:pt x="854" y="1368"/>
                    </a:cubicBezTo>
                    <a:lnTo>
                      <a:pt x="18366" y="1368"/>
                    </a:lnTo>
                    <a:cubicBezTo>
                      <a:pt x="18389" y="1369"/>
                      <a:pt x="18412" y="1370"/>
                      <a:pt x="18434" y="1370"/>
                    </a:cubicBezTo>
                    <a:cubicBezTo>
                      <a:pt x="19326" y="1370"/>
                      <a:pt x="19319" y="1"/>
                      <a:pt x="1841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8" name="Google Shape;748;p36"/>
              <p:cNvSpPr/>
              <p:nvPr/>
            </p:nvSpPr>
            <p:spPr>
              <a:xfrm>
                <a:off x="6343699" y="3778469"/>
                <a:ext cx="776865" cy="55172"/>
              </a:xfrm>
              <a:custGeom>
                <a:avLst/>
                <a:gdLst/>
                <a:ahLst/>
                <a:cxnLst/>
                <a:rect l="l" t="t" r="r" b="b"/>
                <a:pathLst>
                  <a:path w="19319" h="1372" extrusionOk="0">
                    <a:moveTo>
                      <a:pt x="18433" y="1"/>
                    </a:moveTo>
                    <a:cubicBezTo>
                      <a:pt x="18411" y="1"/>
                      <a:pt x="18389" y="2"/>
                      <a:pt x="18366" y="3"/>
                    </a:cubicBezTo>
                    <a:lnTo>
                      <a:pt x="854" y="3"/>
                    </a:lnTo>
                    <a:cubicBezTo>
                      <a:pt x="0" y="52"/>
                      <a:pt x="0" y="1320"/>
                      <a:pt x="854" y="1369"/>
                    </a:cubicBezTo>
                    <a:lnTo>
                      <a:pt x="18366" y="1369"/>
                    </a:lnTo>
                    <a:cubicBezTo>
                      <a:pt x="18389" y="1371"/>
                      <a:pt x="18411" y="1372"/>
                      <a:pt x="18433" y="1372"/>
                    </a:cubicBezTo>
                    <a:cubicBezTo>
                      <a:pt x="19319" y="1372"/>
                      <a:pt x="19319" y="1"/>
                      <a:pt x="1843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9" name="Google Shape;749;p36"/>
              <p:cNvSpPr/>
              <p:nvPr/>
            </p:nvSpPr>
            <p:spPr>
              <a:xfrm>
                <a:off x="7286224" y="3416675"/>
                <a:ext cx="413947" cy="509050"/>
              </a:xfrm>
              <a:custGeom>
                <a:avLst/>
                <a:gdLst/>
                <a:ahLst/>
                <a:cxnLst/>
                <a:rect l="l" t="t" r="r" b="b"/>
                <a:pathLst>
                  <a:path w="10294" h="12659" extrusionOk="0">
                    <a:moveTo>
                      <a:pt x="1" y="1"/>
                    </a:moveTo>
                    <a:lnTo>
                      <a:pt x="1" y="12659"/>
                    </a:lnTo>
                    <a:lnTo>
                      <a:pt x="10293" y="12659"/>
                    </a:lnTo>
                    <a:lnTo>
                      <a:pt x="10293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750" name="Google Shape;750;p36"/>
          <p:cNvGrpSpPr/>
          <p:nvPr/>
        </p:nvGrpSpPr>
        <p:grpSpPr>
          <a:xfrm>
            <a:off x="274211" y="2663294"/>
            <a:ext cx="1823501" cy="1051350"/>
            <a:chOff x="7469486" y="1480344"/>
            <a:chExt cx="1823501" cy="1051350"/>
          </a:xfrm>
        </p:grpSpPr>
        <p:grpSp>
          <p:nvGrpSpPr>
            <p:cNvPr id="751" name="Google Shape;751;p36"/>
            <p:cNvGrpSpPr/>
            <p:nvPr/>
          </p:nvGrpSpPr>
          <p:grpSpPr>
            <a:xfrm>
              <a:off x="7469709" y="1480344"/>
              <a:ext cx="1823279" cy="1051350"/>
              <a:chOff x="278384" y="1278048"/>
              <a:chExt cx="1823279" cy="1051350"/>
            </a:xfrm>
          </p:grpSpPr>
          <p:sp>
            <p:nvSpPr>
              <p:cNvPr id="752" name="Google Shape;752;p36"/>
              <p:cNvSpPr/>
              <p:nvPr/>
            </p:nvSpPr>
            <p:spPr>
              <a:xfrm>
                <a:off x="364363" y="1369398"/>
                <a:ext cx="1737300" cy="960000"/>
              </a:xfrm>
              <a:prstGeom prst="roundRect">
                <a:avLst>
                  <a:gd name="adj" fmla="val 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753" name="Google Shape;753;p36"/>
              <p:cNvGrpSpPr/>
              <p:nvPr/>
            </p:nvGrpSpPr>
            <p:grpSpPr>
              <a:xfrm>
                <a:off x="278384" y="1278048"/>
                <a:ext cx="1737300" cy="960000"/>
                <a:chOff x="7150671" y="2190661"/>
                <a:chExt cx="1737300" cy="960000"/>
              </a:xfrm>
            </p:grpSpPr>
            <p:sp>
              <p:nvSpPr>
                <p:cNvPr id="754" name="Google Shape;754;p36"/>
                <p:cNvSpPr/>
                <p:nvPr/>
              </p:nvSpPr>
              <p:spPr>
                <a:xfrm>
                  <a:off x="7150671" y="2190661"/>
                  <a:ext cx="1737300" cy="960000"/>
                </a:xfrm>
                <a:prstGeom prst="roundRect">
                  <a:avLst>
                    <a:gd name="adj" fmla="val 0"/>
                  </a:avLst>
                </a:prstGeom>
                <a:solidFill>
                  <a:schemeClr val="lt1"/>
                </a:solidFill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755" name="Google Shape;755;p36"/>
                <p:cNvCxnSpPr/>
                <p:nvPr/>
              </p:nvCxnSpPr>
              <p:spPr>
                <a:xfrm>
                  <a:off x="7151600" y="2373361"/>
                  <a:ext cx="1724700" cy="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cxnSp>
          <p:nvCxnSpPr>
            <p:cNvPr id="756" name="Google Shape;756;p36"/>
            <p:cNvCxnSpPr/>
            <p:nvPr/>
          </p:nvCxnSpPr>
          <p:spPr>
            <a:xfrm>
              <a:off x="7469486" y="2052225"/>
              <a:ext cx="17241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757" name="Google Shape;757;p36"/>
            <p:cNvSpPr/>
            <p:nvPr/>
          </p:nvSpPr>
          <p:spPr>
            <a:xfrm>
              <a:off x="8031688" y="1782907"/>
              <a:ext cx="599697" cy="538636"/>
            </a:xfrm>
            <a:custGeom>
              <a:avLst/>
              <a:gdLst/>
              <a:ahLst/>
              <a:cxnLst/>
              <a:rect l="l" t="t" r="r" b="b"/>
              <a:pathLst>
                <a:path w="11123" h="9990" extrusionOk="0">
                  <a:moveTo>
                    <a:pt x="5566" y="0"/>
                  </a:moveTo>
                  <a:cubicBezTo>
                    <a:pt x="4372" y="0"/>
                    <a:pt x="3174" y="424"/>
                    <a:pt x="2220" y="1288"/>
                  </a:cubicBezTo>
                  <a:cubicBezTo>
                    <a:pt x="172" y="3117"/>
                    <a:pt x="1" y="6287"/>
                    <a:pt x="1855" y="8336"/>
                  </a:cubicBezTo>
                  <a:cubicBezTo>
                    <a:pt x="2832" y="9431"/>
                    <a:pt x="4192" y="9989"/>
                    <a:pt x="5560" y="9989"/>
                  </a:cubicBezTo>
                  <a:cubicBezTo>
                    <a:pt x="6752" y="9989"/>
                    <a:pt x="7949" y="9565"/>
                    <a:pt x="8903" y="8702"/>
                  </a:cubicBezTo>
                  <a:cubicBezTo>
                    <a:pt x="10952" y="6873"/>
                    <a:pt x="11123" y="3702"/>
                    <a:pt x="9293" y="1653"/>
                  </a:cubicBezTo>
                  <a:cubicBezTo>
                    <a:pt x="8303" y="559"/>
                    <a:pt x="6936" y="0"/>
                    <a:pt x="5566" y="0"/>
                  </a:cubicBezTo>
                  <a:close/>
                </a:path>
              </a:pathLst>
            </a:custGeom>
            <a:solidFill>
              <a:schemeClr val="accent3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Google Shape;758;p36"/>
            <p:cNvSpPr/>
            <p:nvPr/>
          </p:nvSpPr>
          <p:spPr>
            <a:xfrm>
              <a:off x="8111159" y="1873044"/>
              <a:ext cx="448465" cy="440236"/>
            </a:xfrm>
            <a:custGeom>
              <a:avLst/>
              <a:gdLst/>
              <a:ahLst/>
              <a:cxnLst/>
              <a:rect l="l" t="t" r="r" b="b"/>
              <a:pathLst>
                <a:path w="8318" h="8165" extrusionOk="0">
                  <a:moveTo>
                    <a:pt x="4147" y="0"/>
                  </a:moveTo>
                  <a:cubicBezTo>
                    <a:pt x="1171" y="0"/>
                    <a:pt x="1366" y="3829"/>
                    <a:pt x="1366" y="3829"/>
                  </a:cubicBezTo>
                  <a:lnTo>
                    <a:pt x="2513" y="3829"/>
                  </a:lnTo>
                  <a:cubicBezTo>
                    <a:pt x="2659" y="4098"/>
                    <a:pt x="2854" y="4366"/>
                    <a:pt x="3074" y="4561"/>
                  </a:cubicBezTo>
                  <a:cubicBezTo>
                    <a:pt x="1952" y="4707"/>
                    <a:pt x="879" y="5195"/>
                    <a:pt x="1" y="5951"/>
                  </a:cubicBezTo>
                  <a:cubicBezTo>
                    <a:pt x="1000" y="7427"/>
                    <a:pt x="2580" y="8165"/>
                    <a:pt x="4159" y="8165"/>
                  </a:cubicBezTo>
                  <a:cubicBezTo>
                    <a:pt x="5738" y="8165"/>
                    <a:pt x="7317" y="7427"/>
                    <a:pt x="8317" y="5951"/>
                  </a:cubicBezTo>
                  <a:cubicBezTo>
                    <a:pt x="7439" y="5195"/>
                    <a:pt x="6366" y="4707"/>
                    <a:pt x="5220" y="4561"/>
                  </a:cubicBezTo>
                  <a:cubicBezTo>
                    <a:pt x="5464" y="4366"/>
                    <a:pt x="5659" y="4098"/>
                    <a:pt x="5805" y="3829"/>
                  </a:cubicBezTo>
                  <a:lnTo>
                    <a:pt x="6952" y="3829"/>
                  </a:lnTo>
                  <a:cubicBezTo>
                    <a:pt x="6952" y="3829"/>
                    <a:pt x="7122" y="0"/>
                    <a:pt x="4147" y="0"/>
                  </a:cubicBezTo>
                  <a:close/>
                </a:path>
              </a:pathLst>
            </a:custGeom>
            <a:solidFill>
              <a:schemeClr val="accen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59" name="Google Shape;759;p36"/>
          <p:cNvGrpSpPr/>
          <p:nvPr/>
        </p:nvGrpSpPr>
        <p:grpSpPr>
          <a:xfrm>
            <a:off x="7927951" y="2080033"/>
            <a:ext cx="941841" cy="2789257"/>
            <a:chOff x="6592201" y="2061933"/>
            <a:chExt cx="941841" cy="2789257"/>
          </a:xfrm>
        </p:grpSpPr>
        <p:sp>
          <p:nvSpPr>
            <p:cNvPr id="760" name="Google Shape;760;p36"/>
            <p:cNvSpPr/>
            <p:nvPr/>
          </p:nvSpPr>
          <p:spPr>
            <a:xfrm>
              <a:off x="6592201" y="2061933"/>
              <a:ext cx="941841" cy="2789257"/>
            </a:xfrm>
            <a:custGeom>
              <a:avLst/>
              <a:gdLst/>
              <a:ahLst/>
              <a:cxnLst/>
              <a:rect l="l" t="t" r="r" b="b"/>
              <a:pathLst>
                <a:path w="8343" h="24976" extrusionOk="0">
                  <a:moveTo>
                    <a:pt x="440" y="24537"/>
                  </a:moveTo>
                  <a:cubicBezTo>
                    <a:pt x="147" y="24244"/>
                    <a:pt x="1" y="23854"/>
                    <a:pt x="1" y="23464"/>
                  </a:cubicBezTo>
                  <a:lnTo>
                    <a:pt x="1" y="4074"/>
                  </a:lnTo>
                  <a:cubicBezTo>
                    <a:pt x="50" y="1805"/>
                    <a:pt x="1903" y="1"/>
                    <a:pt x="4172" y="1"/>
                  </a:cubicBezTo>
                  <a:cubicBezTo>
                    <a:pt x="6440" y="1"/>
                    <a:pt x="8269" y="1805"/>
                    <a:pt x="8342" y="4074"/>
                  </a:cubicBezTo>
                  <a:lnTo>
                    <a:pt x="8342" y="23464"/>
                  </a:lnTo>
                  <a:cubicBezTo>
                    <a:pt x="8342" y="24293"/>
                    <a:pt x="7659" y="24976"/>
                    <a:pt x="6806" y="24976"/>
                  </a:cubicBezTo>
                  <a:lnTo>
                    <a:pt x="1537" y="24976"/>
                  </a:lnTo>
                  <a:cubicBezTo>
                    <a:pt x="1123" y="24976"/>
                    <a:pt x="733" y="24829"/>
                    <a:pt x="440" y="24537"/>
                  </a:cubicBezTo>
                  <a:close/>
                  <a:moveTo>
                    <a:pt x="4172" y="3293"/>
                  </a:moveTo>
                  <a:cubicBezTo>
                    <a:pt x="4952" y="3293"/>
                    <a:pt x="4952" y="2147"/>
                    <a:pt x="4172" y="2147"/>
                  </a:cubicBezTo>
                  <a:cubicBezTo>
                    <a:pt x="4025" y="2147"/>
                    <a:pt x="3879" y="2196"/>
                    <a:pt x="3757" y="2318"/>
                  </a:cubicBezTo>
                  <a:cubicBezTo>
                    <a:pt x="3537" y="2537"/>
                    <a:pt x="3537" y="2903"/>
                    <a:pt x="3757" y="3123"/>
                  </a:cubicBezTo>
                  <a:cubicBezTo>
                    <a:pt x="3879" y="3244"/>
                    <a:pt x="4025" y="3293"/>
                    <a:pt x="4172" y="329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Google Shape;761;p36"/>
            <p:cNvSpPr/>
            <p:nvPr/>
          </p:nvSpPr>
          <p:spPr>
            <a:xfrm>
              <a:off x="6592201" y="2061933"/>
              <a:ext cx="941841" cy="2789257"/>
            </a:xfrm>
            <a:custGeom>
              <a:avLst/>
              <a:gdLst/>
              <a:ahLst/>
              <a:cxnLst/>
              <a:rect l="l" t="t" r="r" b="b"/>
              <a:pathLst>
                <a:path w="8343" h="24976" extrusionOk="0">
                  <a:moveTo>
                    <a:pt x="391" y="23464"/>
                  </a:moveTo>
                  <a:cubicBezTo>
                    <a:pt x="391" y="23756"/>
                    <a:pt x="513" y="24049"/>
                    <a:pt x="733" y="24268"/>
                  </a:cubicBezTo>
                  <a:cubicBezTo>
                    <a:pt x="928" y="24488"/>
                    <a:pt x="1220" y="24585"/>
                    <a:pt x="1537" y="24585"/>
                  </a:cubicBezTo>
                  <a:lnTo>
                    <a:pt x="6806" y="24585"/>
                  </a:lnTo>
                  <a:cubicBezTo>
                    <a:pt x="7440" y="24585"/>
                    <a:pt x="7952" y="24073"/>
                    <a:pt x="7952" y="23464"/>
                  </a:cubicBezTo>
                  <a:lnTo>
                    <a:pt x="7952" y="4074"/>
                  </a:lnTo>
                  <a:cubicBezTo>
                    <a:pt x="7879" y="2025"/>
                    <a:pt x="6220" y="391"/>
                    <a:pt x="4172" y="391"/>
                  </a:cubicBezTo>
                  <a:cubicBezTo>
                    <a:pt x="2123" y="391"/>
                    <a:pt x="440" y="2025"/>
                    <a:pt x="391" y="4074"/>
                  </a:cubicBezTo>
                  <a:close/>
                  <a:moveTo>
                    <a:pt x="4172" y="2196"/>
                  </a:moveTo>
                  <a:cubicBezTo>
                    <a:pt x="4854" y="2196"/>
                    <a:pt x="4854" y="3244"/>
                    <a:pt x="4172" y="3244"/>
                  </a:cubicBezTo>
                  <a:cubicBezTo>
                    <a:pt x="4025" y="3244"/>
                    <a:pt x="3903" y="3171"/>
                    <a:pt x="3806" y="3074"/>
                  </a:cubicBezTo>
                  <a:cubicBezTo>
                    <a:pt x="3611" y="2879"/>
                    <a:pt x="3611" y="2562"/>
                    <a:pt x="3806" y="2342"/>
                  </a:cubicBezTo>
                  <a:cubicBezTo>
                    <a:pt x="3903" y="2245"/>
                    <a:pt x="4025" y="2196"/>
                    <a:pt x="4172" y="2196"/>
                  </a:cubicBezTo>
                  <a:close/>
                  <a:moveTo>
                    <a:pt x="3611" y="2147"/>
                  </a:moveTo>
                  <a:cubicBezTo>
                    <a:pt x="4220" y="1513"/>
                    <a:pt x="5269" y="2196"/>
                    <a:pt x="4928" y="3025"/>
                  </a:cubicBezTo>
                  <a:cubicBezTo>
                    <a:pt x="4586" y="3854"/>
                    <a:pt x="3367" y="3610"/>
                    <a:pt x="3367" y="2708"/>
                  </a:cubicBezTo>
                  <a:cubicBezTo>
                    <a:pt x="3367" y="2488"/>
                    <a:pt x="3440" y="2293"/>
                    <a:pt x="3611" y="2147"/>
                  </a:cubicBezTo>
                  <a:close/>
                  <a:moveTo>
                    <a:pt x="7196" y="19951"/>
                  </a:moveTo>
                  <a:lnTo>
                    <a:pt x="7196" y="19951"/>
                  </a:lnTo>
                  <a:lnTo>
                    <a:pt x="7196" y="22805"/>
                  </a:lnTo>
                  <a:cubicBezTo>
                    <a:pt x="7196" y="22878"/>
                    <a:pt x="7123" y="22951"/>
                    <a:pt x="7049" y="22951"/>
                  </a:cubicBezTo>
                  <a:lnTo>
                    <a:pt x="1294" y="22951"/>
                  </a:lnTo>
                  <a:cubicBezTo>
                    <a:pt x="1220" y="22951"/>
                    <a:pt x="1147" y="22878"/>
                    <a:pt x="1147" y="22805"/>
                  </a:cubicBezTo>
                  <a:lnTo>
                    <a:pt x="1147" y="5635"/>
                  </a:lnTo>
                  <a:cubicBezTo>
                    <a:pt x="1147" y="5562"/>
                    <a:pt x="1220" y="5488"/>
                    <a:pt x="1294" y="5488"/>
                  </a:cubicBezTo>
                  <a:lnTo>
                    <a:pt x="7025" y="5488"/>
                  </a:lnTo>
                  <a:cubicBezTo>
                    <a:pt x="7123" y="5488"/>
                    <a:pt x="7196" y="5562"/>
                    <a:pt x="7196" y="5635"/>
                  </a:cubicBezTo>
                  <a:lnTo>
                    <a:pt x="7196" y="8488"/>
                  </a:lnTo>
                  <a:lnTo>
                    <a:pt x="7196" y="8488"/>
                  </a:lnTo>
                  <a:lnTo>
                    <a:pt x="7196" y="11366"/>
                  </a:lnTo>
                  <a:lnTo>
                    <a:pt x="7196" y="11366"/>
                  </a:lnTo>
                  <a:lnTo>
                    <a:pt x="7196" y="14220"/>
                  </a:lnTo>
                  <a:lnTo>
                    <a:pt x="7196" y="14220"/>
                  </a:lnTo>
                  <a:lnTo>
                    <a:pt x="7196" y="17073"/>
                  </a:lnTo>
                  <a:lnTo>
                    <a:pt x="7196" y="17073"/>
                  </a:lnTo>
                  <a:lnTo>
                    <a:pt x="7196" y="19927"/>
                  </a:lnTo>
                  <a:close/>
                  <a:moveTo>
                    <a:pt x="6879" y="20098"/>
                  </a:moveTo>
                  <a:lnTo>
                    <a:pt x="6879" y="22659"/>
                  </a:lnTo>
                  <a:lnTo>
                    <a:pt x="1440" y="22659"/>
                  </a:lnTo>
                  <a:lnTo>
                    <a:pt x="1440" y="20098"/>
                  </a:lnTo>
                  <a:close/>
                  <a:moveTo>
                    <a:pt x="1440" y="19781"/>
                  </a:moveTo>
                  <a:lnTo>
                    <a:pt x="1440" y="17220"/>
                  </a:lnTo>
                  <a:lnTo>
                    <a:pt x="6879" y="17220"/>
                  </a:lnTo>
                  <a:lnTo>
                    <a:pt x="6879" y="19781"/>
                  </a:lnTo>
                  <a:close/>
                  <a:moveTo>
                    <a:pt x="1440" y="16927"/>
                  </a:moveTo>
                  <a:lnTo>
                    <a:pt x="1440" y="14366"/>
                  </a:lnTo>
                  <a:lnTo>
                    <a:pt x="6879" y="14366"/>
                  </a:lnTo>
                  <a:lnTo>
                    <a:pt x="6879" y="16927"/>
                  </a:lnTo>
                  <a:close/>
                  <a:moveTo>
                    <a:pt x="1440" y="14074"/>
                  </a:moveTo>
                  <a:lnTo>
                    <a:pt x="1440" y="11513"/>
                  </a:lnTo>
                  <a:lnTo>
                    <a:pt x="6879" y="11513"/>
                  </a:lnTo>
                  <a:lnTo>
                    <a:pt x="6879" y="14074"/>
                  </a:lnTo>
                  <a:close/>
                  <a:moveTo>
                    <a:pt x="1440" y="11196"/>
                  </a:moveTo>
                  <a:lnTo>
                    <a:pt x="1440" y="8635"/>
                  </a:lnTo>
                  <a:lnTo>
                    <a:pt x="6879" y="8635"/>
                  </a:lnTo>
                  <a:lnTo>
                    <a:pt x="6879" y="11196"/>
                  </a:lnTo>
                  <a:close/>
                  <a:moveTo>
                    <a:pt x="1440" y="8342"/>
                  </a:moveTo>
                  <a:lnTo>
                    <a:pt x="1440" y="5805"/>
                  </a:lnTo>
                  <a:lnTo>
                    <a:pt x="6879" y="5805"/>
                  </a:lnTo>
                  <a:lnTo>
                    <a:pt x="6879" y="8366"/>
                  </a:lnTo>
                  <a:close/>
                  <a:moveTo>
                    <a:pt x="440" y="24537"/>
                  </a:moveTo>
                  <a:cubicBezTo>
                    <a:pt x="147" y="24244"/>
                    <a:pt x="1" y="23854"/>
                    <a:pt x="1" y="23464"/>
                  </a:cubicBezTo>
                  <a:lnTo>
                    <a:pt x="1" y="4074"/>
                  </a:lnTo>
                  <a:cubicBezTo>
                    <a:pt x="50" y="1805"/>
                    <a:pt x="1903" y="1"/>
                    <a:pt x="4172" y="1"/>
                  </a:cubicBezTo>
                  <a:cubicBezTo>
                    <a:pt x="6440" y="1"/>
                    <a:pt x="8293" y="1805"/>
                    <a:pt x="8342" y="4074"/>
                  </a:cubicBezTo>
                  <a:lnTo>
                    <a:pt x="8342" y="23464"/>
                  </a:lnTo>
                  <a:cubicBezTo>
                    <a:pt x="8342" y="24293"/>
                    <a:pt x="7659" y="24976"/>
                    <a:pt x="6830" y="24976"/>
                  </a:cubicBezTo>
                  <a:lnTo>
                    <a:pt x="1537" y="24976"/>
                  </a:lnTo>
                  <a:cubicBezTo>
                    <a:pt x="1123" y="24976"/>
                    <a:pt x="733" y="24829"/>
                    <a:pt x="440" y="2453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Google Shape;762;p36"/>
            <p:cNvSpPr/>
            <p:nvPr/>
          </p:nvSpPr>
          <p:spPr>
            <a:xfrm>
              <a:off x="6636341" y="2105487"/>
              <a:ext cx="853561" cy="2702149"/>
            </a:xfrm>
            <a:custGeom>
              <a:avLst/>
              <a:gdLst/>
              <a:ahLst/>
              <a:cxnLst/>
              <a:rect l="l" t="t" r="r" b="b"/>
              <a:pathLst>
                <a:path w="7561" h="24196" extrusionOk="0">
                  <a:moveTo>
                    <a:pt x="0" y="3684"/>
                  </a:moveTo>
                  <a:lnTo>
                    <a:pt x="0" y="23074"/>
                  </a:lnTo>
                  <a:cubicBezTo>
                    <a:pt x="0" y="23366"/>
                    <a:pt x="122" y="23659"/>
                    <a:pt x="342" y="23878"/>
                  </a:cubicBezTo>
                  <a:cubicBezTo>
                    <a:pt x="537" y="24098"/>
                    <a:pt x="829" y="24195"/>
                    <a:pt x="1146" y="24195"/>
                  </a:cubicBezTo>
                  <a:lnTo>
                    <a:pt x="6415" y="24195"/>
                  </a:lnTo>
                  <a:cubicBezTo>
                    <a:pt x="7049" y="24195"/>
                    <a:pt x="7561" y="23683"/>
                    <a:pt x="7561" y="23074"/>
                  </a:cubicBezTo>
                  <a:lnTo>
                    <a:pt x="7561" y="3684"/>
                  </a:lnTo>
                  <a:cubicBezTo>
                    <a:pt x="7488" y="1635"/>
                    <a:pt x="5829" y="1"/>
                    <a:pt x="3781" y="1"/>
                  </a:cubicBezTo>
                  <a:cubicBezTo>
                    <a:pt x="1732" y="1"/>
                    <a:pt x="49" y="1635"/>
                    <a:pt x="0" y="3684"/>
                  </a:cubicBezTo>
                  <a:close/>
                  <a:moveTo>
                    <a:pt x="4585" y="2318"/>
                  </a:moveTo>
                  <a:cubicBezTo>
                    <a:pt x="4585" y="3220"/>
                    <a:pt x="3366" y="3464"/>
                    <a:pt x="3024" y="2635"/>
                  </a:cubicBezTo>
                  <a:cubicBezTo>
                    <a:pt x="2683" y="1806"/>
                    <a:pt x="3732" y="1123"/>
                    <a:pt x="4366" y="1757"/>
                  </a:cubicBezTo>
                  <a:cubicBezTo>
                    <a:pt x="4512" y="1903"/>
                    <a:pt x="4585" y="2098"/>
                    <a:pt x="4585" y="2318"/>
                  </a:cubicBezTo>
                  <a:close/>
                  <a:moveTo>
                    <a:pt x="903" y="5098"/>
                  </a:moveTo>
                  <a:lnTo>
                    <a:pt x="6634" y="5098"/>
                  </a:lnTo>
                  <a:cubicBezTo>
                    <a:pt x="6732" y="5098"/>
                    <a:pt x="6805" y="5172"/>
                    <a:pt x="6805" y="5245"/>
                  </a:cubicBezTo>
                  <a:lnTo>
                    <a:pt x="6805" y="8123"/>
                  </a:lnTo>
                  <a:lnTo>
                    <a:pt x="6805" y="8123"/>
                  </a:lnTo>
                  <a:lnTo>
                    <a:pt x="6805" y="10976"/>
                  </a:lnTo>
                  <a:lnTo>
                    <a:pt x="6805" y="10976"/>
                  </a:lnTo>
                  <a:lnTo>
                    <a:pt x="6805" y="13830"/>
                  </a:lnTo>
                  <a:lnTo>
                    <a:pt x="6805" y="13830"/>
                  </a:lnTo>
                  <a:lnTo>
                    <a:pt x="6805" y="16683"/>
                  </a:lnTo>
                  <a:lnTo>
                    <a:pt x="6805" y="16683"/>
                  </a:lnTo>
                  <a:lnTo>
                    <a:pt x="6805" y="19537"/>
                  </a:lnTo>
                  <a:lnTo>
                    <a:pt x="6805" y="19537"/>
                  </a:lnTo>
                  <a:lnTo>
                    <a:pt x="6805" y="22415"/>
                  </a:lnTo>
                  <a:cubicBezTo>
                    <a:pt x="6805" y="22488"/>
                    <a:pt x="6732" y="22561"/>
                    <a:pt x="6634" y="22561"/>
                  </a:cubicBezTo>
                  <a:lnTo>
                    <a:pt x="903" y="22561"/>
                  </a:lnTo>
                  <a:cubicBezTo>
                    <a:pt x="829" y="22561"/>
                    <a:pt x="756" y="22488"/>
                    <a:pt x="756" y="22415"/>
                  </a:cubicBezTo>
                  <a:lnTo>
                    <a:pt x="756" y="5245"/>
                  </a:lnTo>
                  <a:cubicBezTo>
                    <a:pt x="756" y="5172"/>
                    <a:pt x="829" y="5098"/>
                    <a:pt x="903" y="509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Google Shape;763;p36"/>
            <p:cNvSpPr/>
            <p:nvPr/>
          </p:nvSpPr>
          <p:spPr>
            <a:xfrm>
              <a:off x="6754649" y="2707541"/>
              <a:ext cx="614122" cy="286006"/>
            </a:xfrm>
            <a:custGeom>
              <a:avLst/>
              <a:gdLst/>
              <a:ahLst/>
              <a:cxnLst/>
              <a:rect l="l" t="t" r="r" b="b"/>
              <a:pathLst>
                <a:path w="5440" h="2561" extrusionOk="0">
                  <a:moveTo>
                    <a:pt x="1" y="0"/>
                  </a:moveTo>
                  <a:lnTo>
                    <a:pt x="1" y="2561"/>
                  </a:lnTo>
                  <a:lnTo>
                    <a:pt x="5440" y="2561"/>
                  </a:lnTo>
                  <a:lnTo>
                    <a:pt x="5440" y="0"/>
                  </a:lnTo>
                  <a:close/>
                </a:path>
              </a:pathLst>
            </a:custGeom>
            <a:solidFill>
              <a:schemeClr val="accent3">
                <a:alpha val="666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Google Shape;764;p36"/>
            <p:cNvSpPr/>
            <p:nvPr/>
          </p:nvSpPr>
          <p:spPr>
            <a:xfrm>
              <a:off x="6754649" y="3028949"/>
              <a:ext cx="614122" cy="286006"/>
            </a:xfrm>
            <a:custGeom>
              <a:avLst/>
              <a:gdLst/>
              <a:ahLst/>
              <a:cxnLst/>
              <a:rect l="l" t="t" r="r" b="b"/>
              <a:pathLst>
                <a:path w="5440" h="2561" extrusionOk="0">
                  <a:moveTo>
                    <a:pt x="1" y="0"/>
                  </a:moveTo>
                  <a:lnTo>
                    <a:pt x="1" y="2561"/>
                  </a:lnTo>
                  <a:lnTo>
                    <a:pt x="5440" y="2561"/>
                  </a:lnTo>
                  <a:lnTo>
                    <a:pt x="5440" y="0"/>
                  </a:lnTo>
                  <a:close/>
                </a:path>
              </a:pathLst>
            </a:custGeom>
            <a:solidFill>
              <a:schemeClr val="accent3">
                <a:alpha val="733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Google Shape;765;p36"/>
            <p:cNvSpPr/>
            <p:nvPr/>
          </p:nvSpPr>
          <p:spPr>
            <a:xfrm>
              <a:off x="6754649" y="3347564"/>
              <a:ext cx="614122" cy="286118"/>
            </a:xfrm>
            <a:custGeom>
              <a:avLst/>
              <a:gdLst/>
              <a:ahLst/>
              <a:cxnLst/>
              <a:rect l="l" t="t" r="r" b="b"/>
              <a:pathLst>
                <a:path w="5440" h="2562" extrusionOk="0">
                  <a:moveTo>
                    <a:pt x="1" y="1"/>
                  </a:moveTo>
                  <a:lnTo>
                    <a:pt x="1" y="2562"/>
                  </a:lnTo>
                  <a:lnTo>
                    <a:pt x="5440" y="2562"/>
                  </a:lnTo>
                  <a:lnTo>
                    <a:pt x="5440" y="1"/>
                  </a:lnTo>
                  <a:close/>
                </a:path>
              </a:pathLst>
            </a:custGeom>
            <a:solidFill>
              <a:schemeClr val="accent3">
                <a:alpha val="8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Google Shape;766;p36"/>
            <p:cNvSpPr/>
            <p:nvPr/>
          </p:nvSpPr>
          <p:spPr>
            <a:xfrm>
              <a:off x="6754649" y="3666292"/>
              <a:ext cx="614122" cy="286118"/>
            </a:xfrm>
            <a:custGeom>
              <a:avLst/>
              <a:gdLst/>
              <a:ahLst/>
              <a:cxnLst/>
              <a:rect l="l" t="t" r="r" b="b"/>
              <a:pathLst>
                <a:path w="5440" h="2562" extrusionOk="0">
                  <a:moveTo>
                    <a:pt x="1" y="0"/>
                  </a:moveTo>
                  <a:lnTo>
                    <a:pt x="1" y="2561"/>
                  </a:lnTo>
                  <a:lnTo>
                    <a:pt x="5440" y="2561"/>
                  </a:lnTo>
                  <a:lnTo>
                    <a:pt x="5440" y="0"/>
                  </a:lnTo>
                  <a:close/>
                </a:path>
              </a:pathLst>
            </a:custGeom>
            <a:solidFill>
              <a:schemeClr val="accent3">
                <a:alpha val="866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Google Shape;767;p36"/>
            <p:cNvSpPr/>
            <p:nvPr/>
          </p:nvSpPr>
          <p:spPr>
            <a:xfrm>
              <a:off x="6754649" y="3987700"/>
              <a:ext cx="614122" cy="286118"/>
            </a:xfrm>
            <a:custGeom>
              <a:avLst/>
              <a:gdLst/>
              <a:ahLst/>
              <a:cxnLst/>
              <a:rect l="l" t="t" r="r" b="b"/>
              <a:pathLst>
                <a:path w="5440" h="2562" extrusionOk="0">
                  <a:moveTo>
                    <a:pt x="1" y="0"/>
                  </a:moveTo>
                  <a:lnTo>
                    <a:pt x="1" y="2561"/>
                  </a:lnTo>
                  <a:lnTo>
                    <a:pt x="5440" y="2561"/>
                  </a:lnTo>
                  <a:lnTo>
                    <a:pt x="5440" y="0"/>
                  </a:lnTo>
                  <a:close/>
                </a:path>
              </a:pathLst>
            </a:custGeom>
            <a:solidFill>
              <a:schemeClr val="accent3">
                <a:alpha val="933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Google Shape;768;p36"/>
            <p:cNvSpPr/>
            <p:nvPr/>
          </p:nvSpPr>
          <p:spPr>
            <a:xfrm>
              <a:off x="6754649" y="4306316"/>
              <a:ext cx="614122" cy="286118"/>
            </a:xfrm>
            <a:custGeom>
              <a:avLst/>
              <a:gdLst/>
              <a:ahLst/>
              <a:cxnLst/>
              <a:rect l="l" t="t" r="r" b="b"/>
              <a:pathLst>
                <a:path w="5440" h="2562" extrusionOk="0">
                  <a:moveTo>
                    <a:pt x="1" y="1"/>
                  </a:moveTo>
                  <a:lnTo>
                    <a:pt x="1" y="2562"/>
                  </a:lnTo>
                  <a:lnTo>
                    <a:pt x="5440" y="2562"/>
                  </a:lnTo>
                  <a:lnTo>
                    <a:pt x="544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Google Shape;769;p36"/>
            <p:cNvSpPr/>
            <p:nvPr/>
          </p:nvSpPr>
          <p:spPr>
            <a:xfrm>
              <a:off x="6655532" y="2184555"/>
              <a:ext cx="834370" cy="2623081"/>
            </a:xfrm>
            <a:custGeom>
              <a:avLst/>
              <a:gdLst/>
              <a:ahLst/>
              <a:cxnLst/>
              <a:rect l="l" t="t" r="r" b="b"/>
              <a:pathLst>
                <a:path w="7391" h="23488" extrusionOk="0">
                  <a:moveTo>
                    <a:pt x="6928" y="21951"/>
                  </a:moveTo>
                  <a:cubicBezTo>
                    <a:pt x="6928" y="22244"/>
                    <a:pt x="6830" y="22536"/>
                    <a:pt x="6610" y="22756"/>
                  </a:cubicBezTo>
                  <a:cubicBezTo>
                    <a:pt x="6391" y="22975"/>
                    <a:pt x="6098" y="23073"/>
                    <a:pt x="5806" y="23097"/>
                  </a:cubicBezTo>
                  <a:lnTo>
                    <a:pt x="513" y="23097"/>
                  </a:lnTo>
                  <a:cubicBezTo>
                    <a:pt x="342" y="23097"/>
                    <a:pt x="172" y="23048"/>
                    <a:pt x="1" y="22951"/>
                  </a:cubicBezTo>
                  <a:cubicBezTo>
                    <a:pt x="50" y="23024"/>
                    <a:pt x="98" y="23097"/>
                    <a:pt x="172" y="23170"/>
                  </a:cubicBezTo>
                  <a:cubicBezTo>
                    <a:pt x="367" y="23390"/>
                    <a:pt x="659" y="23487"/>
                    <a:pt x="976" y="23487"/>
                  </a:cubicBezTo>
                  <a:lnTo>
                    <a:pt x="6245" y="23487"/>
                  </a:lnTo>
                  <a:cubicBezTo>
                    <a:pt x="6879" y="23487"/>
                    <a:pt x="7391" y="22975"/>
                    <a:pt x="7391" y="22366"/>
                  </a:cubicBezTo>
                  <a:lnTo>
                    <a:pt x="7391" y="2976"/>
                  </a:lnTo>
                  <a:cubicBezTo>
                    <a:pt x="7391" y="1976"/>
                    <a:pt x="6976" y="1025"/>
                    <a:pt x="6269" y="317"/>
                  </a:cubicBezTo>
                  <a:cubicBezTo>
                    <a:pt x="6171" y="195"/>
                    <a:pt x="6049" y="98"/>
                    <a:pt x="5928" y="0"/>
                  </a:cubicBezTo>
                  <a:cubicBezTo>
                    <a:pt x="6586" y="707"/>
                    <a:pt x="6952" y="1610"/>
                    <a:pt x="6928" y="2561"/>
                  </a:cubicBez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70" name="Google Shape;770;p36"/>
          <p:cNvGrpSpPr/>
          <p:nvPr/>
        </p:nvGrpSpPr>
        <p:grpSpPr>
          <a:xfrm>
            <a:off x="7141459" y="1885950"/>
            <a:ext cx="603495" cy="1371596"/>
            <a:chOff x="3724575" y="3497700"/>
            <a:chExt cx="603495" cy="1371596"/>
          </a:xfrm>
        </p:grpSpPr>
        <p:sp>
          <p:nvSpPr>
            <p:cNvPr id="771" name="Google Shape;771;p36"/>
            <p:cNvSpPr/>
            <p:nvPr/>
          </p:nvSpPr>
          <p:spPr>
            <a:xfrm>
              <a:off x="3724575" y="3497700"/>
              <a:ext cx="603495" cy="1371596"/>
            </a:xfrm>
            <a:custGeom>
              <a:avLst/>
              <a:gdLst/>
              <a:ahLst/>
              <a:cxnLst/>
              <a:rect l="l" t="t" r="r" b="b"/>
              <a:pathLst>
                <a:path w="7221" h="16415" extrusionOk="0">
                  <a:moveTo>
                    <a:pt x="5488" y="16414"/>
                  </a:moveTo>
                  <a:lnTo>
                    <a:pt x="1732" y="16414"/>
                  </a:lnTo>
                  <a:cubicBezTo>
                    <a:pt x="781" y="16414"/>
                    <a:pt x="1" y="15634"/>
                    <a:pt x="1" y="14683"/>
                  </a:cubicBezTo>
                  <a:lnTo>
                    <a:pt x="1" y="5537"/>
                  </a:lnTo>
                  <a:cubicBezTo>
                    <a:pt x="1" y="5073"/>
                    <a:pt x="196" y="4634"/>
                    <a:pt x="513" y="4317"/>
                  </a:cubicBezTo>
                  <a:cubicBezTo>
                    <a:pt x="757" y="4073"/>
                    <a:pt x="1050" y="3902"/>
                    <a:pt x="1367" y="3829"/>
                  </a:cubicBezTo>
                  <a:lnTo>
                    <a:pt x="1367" y="781"/>
                  </a:lnTo>
                  <a:cubicBezTo>
                    <a:pt x="1367" y="585"/>
                    <a:pt x="1440" y="366"/>
                    <a:pt x="1610" y="220"/>
                  </a:cubicBezTo>
                  <a:cubicBezTo>
                    <a:pt x="1757" y="73"/>
                    <a:pt x="1952" y="0"/>
                    <a:pt x="2147" y="0"/>
                  </a:cubicBezTo>
                  <a:lnTo>
                    <a:pt x="5074" y="0"/>
                  </a:lnTo>
                  <a:cubicBezTo>
                    <a:pt x="5513" y="0"/>
                    <a:pt x="5854" y="342"/>
                    <a:pt x="5854" y="781"/>
                  </a:cubicBezTo>
                  <a:lnTo>
                    <a:pt x="5854" y="3829"/>
                  </a:lnTo>
                  <a:cubicBezTo>
                    <a:pt x="6659" y="4024"/>
                    <a:pt x="7220" y="4732"/>
                    <a:pt x="7220" y="5537"/>
                  </a:cubicBezTo>
                  <a:lnTo>
                    <a:pt x="7220" y="14683"/>
                  </a:lnTo>
                  <a:cubicBezTo>
                    <a:pt x="7220" y="15634"/>
                    <a:pt x="6440" y="16414"/>
                    <a:pt x="5488" y="1641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Google Shape;772;p36"/>
            <p:cNvSpPr/>
            <p:nvPr/>
          </p:nvSpPr>
          <p:spPr>
            <a:xfrm>
              <a:off x="3757170" y="3848221"/>
              <a:ext cx="538223" cy="988485"/>
            </a:xfrm>
            <a:custGeom>
              <a:avLst/>
              <a:gdLst/>
              <a:ahLst/>
              <a:cxnLst/>
              <a:rect l="l" t="t" r="r" b="b"/>
              <a:pathLst>
                <a:path w="6440" h="11830" extrusionOk="0">
                  <a:moveTo>
                    <a:pt x="5098" y="0"/>
                  </a:moveTo>
                  <a:lnTo>
                    <a:pt x="1342" y="0"/>
                  </a:lnTo>
                  <a:cubicBezTo>
                    <a:pt x="611" y="0"/>
                    <a:pt x="1" y="610"/>
                    <a:pt x="1" y="1342"/>
                  </a:cubicBezTo>
                  <a:lnTo>
                    <a:pt x="1" y="10488"/>
                  </a:lnTo>
                  <a:cubicBezTo>
                    <a:pt x="1" y="11219"/>
                    <a:pt x="611" y="11829"/>
                    <a:pt x="1342" y="11829"/>
                  </a:cubicBezTo>
                  <a:lnTo>
                    <a:pt x="5098" y="11829"/>
                  </a:lnTo>
                  <a:cubicBezTo>
                    <a:pt x="5830" y="11829"/>
                    <a:pt x="6440" y="11219"/>
                    <a:pt x="6440" y="10488"/>
                  </a:cubicBezTo>
                  <a:lnTo>
                    <a:pt x="6440" y="1342"/>
                  </a:lnTo>
                  <a:cubicBezTo>
                    <a:pt x="6440" y="610"/>
                    <a:pt x="5830" y="0"/>
                    <a:pt x="509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Google Shape;773;p36"/>
            <p:cNvSpPr/>
            <p:nvPr/>
          </p:nvSpPr>
          <p:spPr>
            <a:xfrm>
              <a:off x="3816342" y="4047922"/>
              <a:ext cx="38779" cy="654255"/>
            </a:xfrm>
            <a:custGeom>
              <a:avLst/>
              <a:gdLst/>
              <a:ahLst/>
              <a:cxnLst/>
              <a:rect l="l" t="t" r="r" b="b"/>
              <a:pathLst>
                <a:path w="464" h="7830" extrusionOk="0">
                  <a:moveTo>
                    <a:pt x="439" y="7610"/>
                  </a:moveTo>
                  <a:cubicBezTo>
                    <a:pt x="464" y="7829"/>
                    <a:pt x="0" y="7829"/>
                    <a:pt x="25" y="7610"/>
                  </a:cubicBezTo>
                  <a:lnTo>
                    <a:pt x="25" y="1781"/>
                  </a:lnTo>
                  <a:cubicBezTo>
                    <a:pt x="0" y="1561"/>
                    <a:pt x="464" y="1561"/>
                    <a:pt x="439" y="1781"/>
                  </a:cubicBezTo>
                  <a:close/>
                  <a:moveTo>
                    <a:pt x="439" y="732"/>
                  </a:moveTo>
                  <a:cubicBezTo>
                    <a:pt x="415" y="952"/>
                    <a:pt x="73" y="952"/>
                    <a:pt x="25" y="732"/>
                  </a:cubicBezTo>
                  <a:lnTo>
                    <a:pt x="25" y="220"/>
                  </a:lnTo>
                  <a:cubicBezTo>
                    <a:pt x="0" y="0"/>
                    <a:pt x="464" y="0"/>
                    <a:pt x="439" y="22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Google Shape;774;p36"/>
            <p:cNvSpPr/>
            <p:nvPr/>
          </p:nvSpPr>
          <p:spPr>
            <a:xfrm>
              <a:off x="3724575" y="3497700"/>
              <a:ext cx="603495" cy="1371596"/>
            </a:xfrm>
            <a:custGeom>
              <a:avLst/>
              <a:gdLst/>
              <a:ahLst/>
              <a:cxnLst/>
              <a:rect l="l" t="t" r="r" b="b"/>
              <a:pathLst>
                <a:path w="7221" h="16415" extrusionOk="0">
                  <a:moveTo>
                    <a:pt x="3171" y="2293"/>
                  </a:moveTo>
                  <a:lnTo>
                    <a:pt x="2415" y="2293"/>
                  </a:lnTo>
                  <a:cubicBezTo>
                    <a:pt x="2342" y="2293"/>
                    <a:pt x="2269" y="2220"/>
                    <a:pt x="2269" y="2146"/>
                  </a:cubicBezTo>
                  <a:lnTo>
                    <a:pt x="2269" y="1293"/>
                  </a:lnTo>
                  <a:cubicBezTo>
                    <a:pt x="2269" y="1195"/>
                    <a:pt x="2342" y="1146"/>
                    <a:pt x="2415" y="1146"/>
                  </a:cubicBezTo>
                  <a:lnTo>
                    <a:pt x="3171" y="1146"/>
                  </a:lnTo>
                  <a:cubicBezTo>
                    <a:pt x="3245" y="1146"/>
                    <a:pt x="3318" y="1195"/>
                    <a:pt x="3318" y="1293"/>
                  </a:cubicBezTo>
                  <a:lnTo>
                    <a:pt x="3318" y="2146"/>
                  </a:lnTo>
                  <a:cubicBezTo>
                    <a:pt x="3318" y="2220"/>
                    <a:pt x="3245" y="2293"/>
                    <a:pt x="3171" y="2293"/>
                  </a:cubicBezTo>
                  <a:close/>
                  <a:moveTo>
                    <a:pt x="5488" y="16414"/>
                  </a:moveTo>
                  <a:cubicBezTo>
                    <a:pt x="6440" y="16414"/>
                    <a:pt x="7220" y="15634"/>
                    <a:pt x="7220" y="14683"/>
                  </a:cubicBezTo>
                  <a:lnTo>
                    <a:pt x="7220" y="5537"/>
                  </a:lnTo>
                  <a:cubicBezTo>
                    <a:pt x="7220" y="4707"/>
                    <a:pt x="6659" y="4000"/>
                    <a:pt x="5854" y="3829"/>
                  </a:cubicBezTo>
                  <a:lnTo>
                    <a:pt x="5854" y="781"/>
                  </a:lnTo>
                  <a:cubicBezTo>
                    <a:pt x="5854" y="342"/>
                    <a:pt x="5513" y="0"/>
                    <a:pt x="5074" y="0"/>
                  </a:cubicBezTo>
                  <a:lnTo>
                    <a:pt x="2147" y="0"/>
                  </a:lnTo>
                  <a:cubicBezTo>
                    <a:pt x="1952" y="0"/>
                    <a:pt x="1732" y="73"/>
                    <a:pt x="1586" y="220"/>
                  </a:cubicBezTo>
                  <a:cubicBezTo>
                    <a:pt x="1440" y="366"/>
                    <a:pt x="1367" y="561"/>
                    <a:pt x="1367" y="781"/>
                  </a:cubicBezTo>
                  <a:lnTo>
                    <a:pt x="1367" y="3829"/>
                  </a:lnTo>
                  <a:cubicBezTo>
                    <a:pt x="1050" y="3902"/>
                    <a:pt x="757" y="4073"/>
                    <a:pt x="513" y="4293"/>
                  </a:cubicBezTo>
                  <a:cubicBezTo>
                    <a:pt x="196" y="4610"/>
                    <a:pt x="1" y="5049"/>
                    <a:pt x="1" y="5512"/>
                  </a:cubicBezTo>
                  <a:lnTo>
                    <a:pt x="1" y="14658"/>
                  </a:lnTo>
                  <a:cubicBezTo>
                    <a:pt x="1" y="15634"/>
                    <a:pt x="781" y="16414"/>
                    <a:pt x="1732" y="16414"/>
                  </a:cubicBezTo>
                  <a:close/>
                  <a:moveTo>
                    <a:pt x="1757" y="3805"/>
                  </a:moveTo>
                  <a:lnTo>
                    <a:pt x="5464" y="3805"/>
                  </a:lnTo>
                  <a:lnTo>
                    <a:pt x="5464" y="781"/>
                  </a:lnTo>
                  <a:cubicBezTo>
                    <a:pt x="5464" y="683"/>
                    <a:pt x="5415" y="585"/>
                    <a:pt x="5342" y="512"/>
                  </a:cubicBezTo>
                  <a:cubicBezTo>
                    <a:pt x="5269" y="439"/>
                    <a:pt x="5171" y="390"/>
                    <a:pt x="5074" y="390"/>
                  </a:cubicBezTo>
                  <a:lnTo>
                    <a:pt x="2147" y="390"/>
                  </a:lnTo>
                  <a:cubicBezTo>
                    <a:pt x="1928" y="390"/>
                    <a:pt x="1757" y="561"/>
                    <a:pt x="1757" y="781"/>
                  </a:cubicBezTo>
                  <a:close/>
                  <a:moveTo>
                    <a:pt x="1732" y="16024"/>
                  </a:moveTo>
                  <a:cubicBezTo>
                    <a:pt x="1001" y="16024"/>
                    <a:pt x="391" y="15414"/>
                    <a:pt x="391" y="14683"/>
                  </a:cubicBezTo>
                  <a:lnTo>
                    <a:pt x="391" y="5537"/>
                  </a:lnTo>
                  <a:cubicBezTo>
                    <a:pt x="391" y="4780"/>
                    <a:pt x="1001" y="4195"/>
                    <a:pt x="1732" y="4195"/>
                  </a:cubicBezTo>
                  <a:lnTo>
                    <a:pt x="5488" y="4195"/>
                  </a:lnTo>
                  <a:cubicBezTo>
                    <a:pt x="6220" y="4195"/>
                    <a:pt x="6830" y="4780"/>
                    <a:pt x="6830" y="5537"/>
                  </a:cubicBezTo>
                  <a:lnTo>
                    <a:pt x="6830" y="14683"/>
                  </a:lnTo>
                  <a:cubicBezTo>
                    <a:pt x="6830" y="15414"/>
                    <a:pt x="6220" y="16024"/>
                    <a:pt x="5488" y="16024"/>
                  </a:cubicBezTo>
                  <a:close/>
                  <a:moveTo>
                    <a:pt x="4781" y="2293"/>
                  </a:moveTo>
                  <a:lnTo>
                    <a:pt x="4074" y="2293"/>
                  </a:lnTo>
                  <a:cubicBezTo>
                    <a:pt x="3976" y="2293"/>
                    <a:pt x="3928" y="2220"/>
                    <a:pt x="3928" y="2146"/>
                  </a:cubicBezTo>
                  <a:lnTo>
                    <a:pt x="3928" y="1293"/>
                  </a:lnTo>
                  <a:cubicBezTo>
                    <a:pt x="3903" y="1220"/>
                    <a:pt x="3976" y="1146"/>
                    <a:pt x="4074" y="1146"/>
                  </a:cubicBezTo>
                  <a:lnTo>
                    <a:pt x="4781" y="1146"/>
                  </a:lnTo>
                  <a:cubicBezTo>
                    <a:pt x="4879" y="1146"/>
                    <a:pt x="4952" y="1220"/>
                    <a:pt x="4952" y="1293"/>
                  </a:cubicBezTo>
                  <a:lnTo>
                    <a:pt x="4952" y="2122"/>
                  </a:lnTo>
                  <a:cubicBezTo>
                    <a:pt x="4952" y="2220"/>
                    <a:pt x="4879" y="2293"/>
                    <a:pt x="4781" y="229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Google Shape;775;p36"/>
            <p:cNvSpPr/>
            <p:nvPr/>
          </p:nvSpPr>
          <p:spPr>
            <a:xfrm>
              <a:off x="3871336" y="3530287"/>
              <a:ext cx="309980" cy="285349"/>
            </a:xfrm>
            <a:custGeom>
              <a:avLst/>
              <a:gdLst/>
              <a:ahLst/>
              <a:cxnLst/>
              <a:rect l="l" t="t" r="r" b="b"/>
              <a:pathLst>
                <a:path w="3709" h="3415" extrusionOk="0">
                  <a:moveTo>
                    <a:pt x="1" y="3415"/>
                  </a:moveTo>
                  <a:lnTo>
                    <a:pt x="3708" y="3415"/>
                  </a:lnTo>
                  <a:lnTo>
                    <a:pt x="3708" y="391"/>
                  </a:lnTo>
                  <a:cubicBezTo>
                    <a:pt x="3708" y="293"/>
                    <a:pt x="3659" y="195"/>
                    <a:pt x="3586" y="122"/>
                  </a:cubicBezTo>
                  <a:cubicBezTo>
                    <a:pt x="3513" y="49"/>
                    <a:pt x="3415" y="0"/>
                    <a:pt x="3318" y="0"/>
                  </a:cubicBezTo>
                  <a:lnTo>
                    <a:pt x="391" y="0"/>
                  </a:lnTo>
                  <a:cubicBezTo>
                    <a:pt x="172" y="0"/>
                    <a:pt x="1" y="171"/>
                    <a:pt x="1" y="391"/>
                  </a:cubicBezTo>
                  <a:close/>
                  <a:moveTo>
                    <a:pt x="1415" y="1903"/>
                  </a:moveTo>
                  <a:lnTo>
                    <a:pt x="659" y="1903"/>
                  </a:lnTo>
                  <a:cubicBezTo>
                    <a:pt x="586" y="1903"/>
                    <a:pt x="513" y="1830"/>
                    <a:pt x="513" y="1756"/>
                  </a:cubicBezTo>
                  <a:lnTo>
                    <a:pt x="513" y="903"/>
                  </a:lnTo>
                  <a:cubicBezTo>
                    <a:pt x="513" y="805"/>
                    <a:pt x="586" y="756"/>
                    <a:pt x="659" y="756"/>
                  </a:cubicBezTo>
                  <a:lnTo>
                    <a:pt x="1415" y="756"/>
                  </a:lnTo>
                  <a:cubicBezTo>
                    <a:pt x="1489" y="756"/>
                    <a:pt x="1562" y="805"/>
                    <a:pt x="1562" y="903"/>
                  </a:cubicBezTo>
                  <a:lnTo>
                    <a:pt x="1562" y="1756"/>
                  </a:lnTo>
                  <a:cubicBezTo>
                    <a:pt x="1562" y="1830"/>
                    <a:pt x="1489" y="1903"/>
                    <a:pt x="1415" y="1903"/>
                  </a:cubicBezTo>
                  <a:close/>
                  <a:moveTo>
                    <a:pt x="3025" y="1903"/>
                  </a:moveTo>
                  <a:lnTo>
                    <a:pt x="2318" y="1903"/>
                  </a:lnTo>
                  <a:cubicBezTo>
                    <a:pt x="2220" y="1903"/>
                    <a:pt x="2147" y="1830"/>
                    <a:pt x="2147" y="1732"/>
                  </a:cubicBezTo>
                  <a:lnTo>
                    <a:pt x="2147" y="903"/>
                  </a:lnTo>
                  <a:cubicBezTo>
                    <a:pt x="2147" y="830"/>
                    <a:pt x="2220" y="756"/>
                    <a:pt x="2318" y="756"/>
                  </a:cubicBezTo>
                  <a:lnTo>
                    <a:pt x="3025" y="756"/>
                  </a:lnTo>
                  <a:cubicBezTo>
                    <a:pt x="3123" y="756"/>
                    <a:pt x="3196" y="830"/>
                    <a:pt x="3196" y="903"/>
                  </a:cubicBezTo>
                  <a:lnTo>
                    <a:pt x="3196" y="1732"/>
                  </a:lnTo>
                  <a:cubicBezTo>
                    <a:pt x="3196" y="1830"/>
                    <a:pt x="3123" y="1903"/>
                    <a:pt x="3025" y="190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Google Shape;776;p36"/>
            <p:cNvSpPr/>
            <p:nvPr/>
          </p:nvSpPr>
          <p:spPr>
            <a:xfrm>
              <a:off x="3775557" y="3848221"/>
              <a:ext cx="519836" cy="988485"/>
            </a:xfrm>
            <a:custGeom>
              <a:avLst/>
              <a:gdLst/>
              <a:ahLst/>
              <a:cxnLst/>
              <a:rect l="l" t="t" r="r" b="b"/>
              <a:pathLst>
                <a:path w="6220" h="11830" extrusionOk="0">
                  <a:moveTo>
                    <a:pt x="5074" y="707"/>
                  </a:moveTo>
                  <a:lnTo>
                    <a:pt x="5074" y="9854"/>
                  </a:lnTo>
                  <a:cubicBezTo>
                    <a:pt x="5074" y="10585"/>
                    <a:pt x="4464" y="11195"/>
                    <a:pt x="3732" y="11195"/>
                  </a:cubicBezTo>
                  <a:lnTo>
                    <a:pt x="1" y="11195"/>
                  </a:lnTo>
                  <a:cubicBezTo>
                    <a:pt x="49" y="11293"/>
                    <a:pt x="122" y="11366"/>
                    <a:pt x="196" y="11439"/>
                  </a:cubicBezTo>
                  <a:cubicBezTo>
                    <a:pt x="440" y="11683"/>
                    <a:pt x="781" y="11829"/>
                    <a:pt x="1122" y="11829"/>
                  </a:cubicBezTo>
                  <a:lnTo>
                    <a:pt x="4878" y="11829"/>
                  </a:lnTo>
                  <a:cubicBezTo>
                    <a:pt x="5610" y="11829"/>
                    <a:pt x="6220" y="11219"/>
                    <a:pt x="6220" y="10488"/>
                  </a:cubicBezTo>
                  <a:lnTo>
                    <a:pt x="6220" y="1342"/>
                  </a:lnTo>
                  <a:cubicBezTo>
                    <a:pt x="6220" y="610"/>
                    <a:pt x="5610" y="0"/>
                    <a:pt x="4878" y="0"/>
                  </a:cubicBezTo>
                  <a:lnTo>
                    <a:pt x="4878" y="0"/>
                  </a:lnTo>
                  <a:cubicBezTo>
                    <a:pt x="5000" y="220"/>
                    <a:pt x="5074" y="464"/>
                    <a:pt x="5074" y="707"/>
                  </a:cubicBez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47"/>
        </a:solidFill>
        <a:effectLst/>
      </p:bgPr>
    </p:bg>
    <p:spTree>
      <p:nvGrpSpPr>
        <p:cNvPr id="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2" name="Google Shape;782;p37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51063" y="2123075"/>
            <a:ext cx="2241874" cy="897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oft Colors UI Design for Agencies Green Variant by Slidesgo">
  <a:themeElements>
    <a:clrScheme name="Simple Light">
      <a:dk1>
        <a:srgbClr val="000000"/>
      </a:dk1>
      <a:lt1>
        <a:srgbClr val="E7F3E1"/>
      </a:lt1>
      <a:dk2>
        <a:srgbClr val="BCCCB5"/>
      </a:dk2>
      <a:lt2>
        <a:srgbClr val="E9BED7"/>
      </a:lt2>
      <a:accent1>
        <a:srgbClr val="E27CBB"/>
      </a:accent1>
      <a:accent2>
        <a:srgbClr val="FAEDB8"/>
      </a:accent2>
      <a:accent3>
        <a:srgbClr val="B6C1D8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497</Words>
  <Application>Microsoft Office PowerPoint</Application>
  <PresentationFormat>Presentazione su schermo (16:9)</PresentationFormat>
  <Paragraphs>73</Paragraphs>
  <Slides>11</Slides>
  <Notes>11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11</vt:i4>
      </vt:variant>
    </vt:vector>
  </HeadingPairs>
  <TitlesOfParts>
    <vt:vector size="16" baseType="lpstr">
      <vt:lpstr>Arial</vt:lpstr>
      <vt:lpstr>Rubik Black</vt:lpstr>
      <vt:lpstr>Karla</vt:lpstr>
      <vt:lpstr>Bebas Neue</vt:lpstr>
      <vt:lpstr>Soft Colors UI Design for Agencies Green Variant by Slidesgo</vt:lpstr>
      <vt:lpstr>Black Coffee</vt:lpstr>
      <vt:lpstr>Caffe e Libri</vt:lpstr>
      <vt:lpstr>Business microservices - implementati</vt:lpstr>
      <vt:lpstr>Business microservices - implementati</vt:lpstr>
      <vt:lpstr>Business microservices – non implementati</vt:lpstr>
      <vt:lpstr>User stories 1</vt:lpstr>
      <vt:lpstr>User stories 2</vt:lpstr>
      <vt:lpstr>Tactical DDD</vt:lpstr>
      <vt:lpstr>Architettura</vt:lpstr>
      <vt:lpstr>Grazie</vt:lpstr>
      <vt:lpstr>Presentazione standard di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Giulia</cp:lastModifiedBy>
  <cp:revision>12</cp:revision>
  <dcterms:modified xsi:type="dcterms:W3CDTF">2026-10-14T13:56:49Z</dcterms:modified>
</cp:coreProperties>
</file>